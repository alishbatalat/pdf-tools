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8020050" cy="56673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8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AF1A600-142B-4E39-9837-EB08922F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141008"/>
            <a:ext cx="6416040" cy="818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D45D8F7-25DD-4698-9A0D-6606833E6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008" y="3117056"/>
            <a:ext cx="5614035" cy="62970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C318A5B-71E1-4297-9185-35F9A8C9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361406"/>
            <a:ext cx="6416040" cy="94456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3370A1-A124-400E-9424-046BEA88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F1065B6-6FE0-4471-91AA-CB495AB0E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7117794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13B894A-E352-4BE5-BAB4-7A1C94D2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64F6433-A479-4542-925B-7FE8170F9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CC60B13-FD2D-4474-9F27-9C09BE8F37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60652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3D5E864-7F3B-4029-B40E-7AE5FFD8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BFF0391-D010-4449-A6E0-783499A71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5AE5C5-DF3F-436F-AA2B-8F903A25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95" y="-1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6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2041A2-31E3-4A20-B62D-9C4E1E158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4245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8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95D10B-7AB2-4E01-8876-D1462DB09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52060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4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9CC315-A092-45F9-8395-1273849F1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0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C0DC59-1A2A-460F-9968-3704883F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2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4DDEFD-4627-4A15-A01B-55E61E9DC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0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CBC10B-2A7F-4921-864F-F55370C9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3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757DAE-56B5-4229-8D4E-8F46A2B39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7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AEF3E4-C8A4-41A3-B47D-52F7E1E0D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03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8089BE-40E5-4326-B54E-B05F28BD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76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BB29E8-8961-4421-B50E-BA2316758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9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D16B55-1385-4ADC-BFA0-EA940BF5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1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6D0216-050D-4B7D-94A9-396B5512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9D0CDF-BD33-4A50-AE9A-9359F0C81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01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8DAD62-9882-436D-A7E0-9A07AC6D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7" y="0"/>
            <a:ext cx="801735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386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Custom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Alishba Talat</cp:lastModifiedBy>
  <cp:revision>1</cp:revision>
  <dcterms:created xsi:type="dcterms:W3CDTF">2026-10-25T12:33:06Z</dcterms:created>
  <dcterms:modified xsi:type="dcterms:W3CDTF">2026-10-25T12:57:00Z</dcterms:modified>
</cp:coreProperties>
</file>