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121c8fd764916" /><Relationship Type="http://schemas.openxmlformats.org/officeDocument/2006/relationships/extended-properties" Target="/docProps/app.xml" Id="Rea9d920aa5b846b8" /><Relationship Type="http://schemas.openxmlformats.org/officeDocument/2006/relationships/officeDocument" Target="/ppt/presentation.xml" Id="R3c6e9daf7f2a40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2999c0bb7a46dd"/>
  </p:sldMasterIdLst>
  <p:notesMasterIdLst>
    <p:notesMasterId xmlns:r="http://schemas.openxmlformats.org/officeDocument/2006/relationships" r:id="Rf2a71cd9cf8c4c35"/>
  </p:notesMasterIdLst>
  <p:sldIdLst>
    <p:sldId xmlns:r="http://schemas.openxmlformats.org/officeDocument/2006/relationships" id="256" r:id="R2b95b0a0811b4de2"/>
    <p:sldId xmlns:r="http://schemas.openxmlformats.org/officeDocument/2006/relationships" id="257" r:id="R5777d93ae9ad464f"/>
    <p:sldId xmlns:r="http://schemas.openxmlformats.org/officeDocument/2006/relationships" id="258" r:id="R63c439abc6204599"/>
    <p:sldId xmlns:r="http://schemas.openxmlformats.org/officeDocument/2006/relationships" id="259" r:id="Rc457fdb31aae4054"/>
    <p:sldId xmlns:r="http://schemas.openxmlformats.org/officeDocument/2006/relationships" id="260" r:id="R5fa14803853545ec"/>
    <p:sldId xmlns:r="http://schemas.openxmlformats.org/officeDocument/2006/relationships" id="261" r:id="Red2939067a1e4f7a"/>
    <p:sldId xmlns:r="http://schemas.openxmlformats.org/officeDocument/2006/relationships" id="262" r:id="R2646b13840064eb1"/>
    <p:sldId xmlns:r="http://schemas.openxmlformats.org/officeDocument/2006/relationships" id="263" r:id="R0d72a1f358ce47cf"/>
    <p:sldId xmlns:r="http://schemas.openxmlformats.org/officeDocument/2006/relationships" id="264" r:id="R5bce1a33d3d0455d"/>
    <p:sldId xmlns:r="http://schemas.openxmlformats.org/officeDocument/2006/relationships" id="265" r:id="R97f73e25540b4cdd"/>
    <p:sldId xmlns:r="http://schemas.openxmlformats.org/officeDocument/2006/relationships" id="266" r:id="R29aff2165c13429b"/>
    <p:sldId xmlns:r="http://schemas.openxmlformats.org/officeDocument/2006/relationships" id="267" r:id="Rb770b3168da34218"/>
    <p:sldId xmlns:r="http://schemas.openxmlformats.org/officeDocument/2006/relationships" id="268" r:id="Rc2a49f1b053b4706"/>
    <p:sldId xmlns:r="http://schemas.openxmlformats.org/officeDocument/2006/relationships" id="269" r:id="Rdde2a5c9e02445d9"/>
    <p:sldId xmlns:r="http://schemas.openxmlformats.org/officeDocument/2006/relationships" id="270" r:id="R04f60eedaecc44e3"/>
  </p:sldIdLst>
  <p:sldSz cx="8020050" cy="566737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776ee5b29e4858" /><Relationship Type="http://schemas.openxmlformats.org/officeDocument/2006/relationships/slideMaster" Target="/ppt/slideMasters/slideMaster1.xml" Id="Rc42999c0bb7a46dd" /><Relationship Type="http://schemas.openxmlformats.org/officeDocument/2006/relationships/notesMaster" Target="/ppt/notesMasters/notesMaster1.xml" Id="Rf2a71cd9cf8c4c35" /><Relationship Type="http://schemas.openxmlformats.org/officeDocument/2006/relationships/presProps" Target="/ppt/presProps.xml" Id="Rba02b228e33e45d4" /><Relationship Type="http://schemas.openxmlformats.org/officeDocument/2006/relationships/viewProps" Target="/ppt/viewProps.xml" Id="R2d0db5b85023499b" /><Relationship Type="http://schemas.openxmlformats.org/officeDocument/2006/relationships/tableStyles" Target="/ppt/tableStyles.xml" Id="Rfb83f24226194333" /><Relationship Type="http://schemas.openxmlformats.org/officeDocument/2006/relationships/slide" Target="/ppt/slides/slide1.xml" Id="R2b95b0a0811b4de2" /><Relationship Type="http://schemas.openxmlformats.org/officeDocument/2006/relationships/slide" Target="/ppt/slides/slide2.xml" Id="R5777d93ae9ad464f" /><Relationship Type="http://schemas.openxmlformats.org/officeDocument/2006/relationships/slide" Target="/ppt/slides/slide3.xml" Id="R63c439abc6204599" /><Relationship Type="http://schemas.openxmlformats.org/officeDocument/2006/relationships/slide" Target="/ppt/slides/slide4.xml" Id="Rc457fdb31aae4054" /><Relationship Type="http://schemas.openxmlformats.org/officeDocument/2006/relationships/slide" Target="/ppt/slides/slide5.xml" Id="R5fa14803853545ec" /><Relationship Type="http://schemas.openxmlformats.org/officeDocument/2006/relationships/slide" Target="/ppt/slides/slide6.xml" Id="Red2939067a1e4f7a" /><Relationship Type="http://schemas.openxmlformats.org/officeDocument/2006/relationships/slide" Target="/ppt/slides/slide7.xml" Id="R2646b13840064eb1" /><Relationship Type="http://schemas.openxmlformats.org/officeDocument/2006/relationships/slide" Target="/ppt/slides/slide8.xml" Id="R0d72a1f358ce47cf" /><Relationship Type="http://schemas.openxmlformats.org/officeDocument/2006/relationships/slide" Target="/ppt/slides/slide9.xml" Id="R5bce1a33d3d0455d" /><Relationship Type="http://schemas.openxmlformats.org/officeDocument/2006/relationships/slide" Target="/ppt/slides/slide10.xml" Id="R97f73e25540b4cdd" /><Relationship Type="http://schemas.openxmlformats.org/officeDocument/2006/relationships/slide" Target="/ppt/slides/slide11.xml" Id="R29aff2165c13429b" /><Relationship Type="http://schemas.openxmlformats.org/officeDocument/2006/relationships/slide" Target="/ppt/slides/slide12.xml" Id="Rb770b3168da34218" /><Relationship Type="http://schemas.openxmlformats.org/officeDocument/2006/relationships/slide" Target="/ppt/slides/slide13.xml" Id="Rc2a49f1b053b4706" /><Relationship Type="http://schemas.openxmlformats.org/officeDocument/2006/relationships/slide" Target="/ppt/slides/slide14.xml" Id="Rdde2a5c9e02445d9" /><Relationship Type="http://schemas.openxmlformats.org/officeDocument/2006/relationships/slide" Target="/ppt/slides/slide15.xml" Id="R04f60eedaecc44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e84c5580f9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403780f684819" /><Relationship Type="http://schemas.openxmlformats.org/officeDocument/2006/relationships/notesMaster" Target="/ppt/notesMasters/notesMaster1.xml" Id="R7cef3b7141b0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2c0529efd409b" /><Relationship Type="http://schemas.openxmlformats.org/officeDocument/2006/relationships/notesMaster" Target="/ppt/notesMasters/notesMaster1.xml" Id="R3047914c096247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7343dab2c44114" /><Relationship Type="http://schemas.openxmlformats.org/officeDocument/2006/relationships/notesMaster" Target="/ppt/notesMasters/notesMaster1.xml" Id="R8f481ac7827a47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115dc286f48a8" /><Relationship Type="http://schemas.openxmlformats.org/officeDocument/2006/relationships/notesMaster" Target="/ppt/notesMasters/notesMaster1.xml" Id="Rebcc8123d64242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8d3c1aec2e4fda" /><Relationship Type="http://schemas.openxmlformats.org/officeDocument/2006/relationships/notesMaster" Target="/ppt/notesMasters/notesMaster1.xml" Id="R7662a47e7d954e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30e57fcdb846b4" /><Relationship Type="http://schemas.openxmlformats.org/officeDocument/2006/relationships/notesMaster" Target="/ppt/notesMasters/notesMaster1.xml" Id="Rd4440f07056a4b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6da731ec04df0" /><Relationship Type="http://schemas.openxmlformats.org/officeDocument/2006/relationships/notesMaster" Target="/ppt/notesMasters/notesMaster1.xml" Id="R744c48244721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7b46ec104946bd" /><Relationship Type="http://schemas.openxmlformats.org/officeDocument/2006/relationships/notesMaster" Target="/ppt/notesMasters/notesMaster1.xml" Id="Rdb892dbcf5ea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7f9dd357e94fda" /><Relationship Type="http://schemas.openxmlformats.org/officeDocument/2006/relationships/notesMaster" Target="/ppt/notesMasters/notesMaster1.xml" Id="Ra8e0093354784a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0eb98e68704de4" /><Relationship Type="http://schemas.openxmlformats.org/officeDocument/2006/relationships/notesMaster" Target="/ppt/notesMasters/notesMaster1.xml" Id="Rf5aa3e3264f34c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bf420cb2654077" /><Relationship Type="http://schemas.openxmlformats.org/officeDocument/2006/relationships/notesMaster" Target="/ppt/notesMasters/notesMaster1.xml" Id="Rc053a985f6e44b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81147f943b4ec8" /><Relationship Type="http://schemas.openxmlformats.org/officeDocument/2006/relationships/notesMaster" Target="/ppt/notesMasters/notesMaster1.xml" Id="R9846b6f6808746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72655fb20f444d" /><Relationship Type="http://schemas.openxmlformats.org/officeDocument/2006/relationships/notesMaster" Target="/ppt/notesMasters/notesMaster1.xml" Id="R696dc74bf88741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40f5430eba49ce" /><Relationship Type="http://schemas.openxmlformats.org/officeDocument/2006/relationships/notesMaster" Target="/ppt/notesMasters/notesMaster1.xml" Id="R3cd1c68239cb42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432963dc404c2e" /><Relationship Type="http://schemas.openxmlformats.org/officeDocument/2006/relationships/notesMaster" Target="/ppt/notesMasters/notesMaster1.xml" Id="R648f5efb3301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de3b95b184d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5ab1870b94f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ca0250e4743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d26b2daa04d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d2c729d2547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576e9a94f4a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CA8E4-47EB-4EC1-905A-F388E739B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141008"/>
            <a:ext cx="6416040" cy="81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E66046-1F14-4FE5-A00A-B1DD70A16A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03008" y="3117056"/>
            <a:ext cx="5614035" cy="62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EDD941-3BAF-4589-94EE-B3DC93923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361406"/>
            <a:ext cx="6416040" cy="944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ACABA-D311-4964-AA2D-13FF853B2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F2BB1F-E1FD-4A99-B4F1-2AF6DB60B7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7117794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9CE949-DAE1-41D7-8767-3E270CC70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003D39-45C8-4D6E-BAFB-826D237B3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003901-F764-40DF-A1F3-52B995540F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60652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DCE2E-562A-4EF1-B6FB-246F55EBF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004492-7567-4FDB-BD1A-4EF78FA27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fb73ec535340dd" /><Relationship Type="http://schemas.openxmlformats.org/officeDocument/2006/relationships/slideLayout" Target="/ppt/slideLayouts/slideLayout1.xml" Id="Rdce76ab7cb5d4095" /><Relationship Type="http://schemas.openxmlformats.org/officeDocument/2006/relationships/slideLayout" Target="/ppt/slideLayouts/slideLayout2.xml" Id="R9617b34ade0e4899" /><Relationship Type="http://schemas.openxmlformats.org/officeDocument/2006/relationships/slideLayout" Target="/ppt/slideLayouts/slideLayout3.xml" Id="R1814341da7a04e73" /><Relationship Type="http://schemas.openxmlformats.org/officeDocument/2006/relationships/slideLayout" Target="/ppt/slideLayouts/slideLayout4.xml" Id="Rb1a6da9ca9854f97" /><Relationship Type="http://schemas.openxmlformats.org/officeDocument/2006/relationships/slideLayout" Target="/ppt/slideLayouts/slideLayout5.xml" Id="R9afbdd425ffe46f6" /><Relationship Type="http://schemas.openxmlformats.org/officeDocument/2006/relationships/slideLayout" Target="/ppt/slideLayouts/slideLayout6.xml" Id="Rcb3a6fb27cae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76ab7cb5d4095"/>
    <p:sldLayoutId xmlns:r="http://schemas.openxmlformats.org/officeDocument/2006/relationships" id="2147483650" r:id="R9617b34ade0e4899"/>
    <p:sldLayoutId xmlns:r="http://schemas.openxmlformats.org/officeDocument/2006/relationships" id="2147483651" r:id="R1814341da7a04e73"/>
    <p:sldLayoutId xmlns:r="http://schemas.openxmlformats.org/officeDocument/2006/relationships" id="2147483652" r:id="Rb1a6da9ca9854f97"/>
    <p:sldLayoutId xmlns:r="http://schemas.openxmlformats.org/officeDocument/2006/relationships" id="2147483653" r:id="R9afbdd425ffe46f6"/>
    <p:sldLayoutId xmlns:r="http://schemas.openxmlformats.org/officeDocument/2006/relationships" id="2147483654" r:id="Rcb3a6fb27cae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14e795cb441c3" /><Relationship Type="http://schemas.openxmlformats.org/officeDocument/2006/relationships/image" Target="/ppt/media/image.jpeg" Id="R2d92f40a9c13437a" /><Relationship Type="http://schemas.openxmlformats.org/officeDocument/2006/relationships/notesSlide" Target="/ppt/notesSlides/notesSlide1.xml" Id="Rff98de58aba14e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5518b7a66450a" /><Relationship Type="http://schemas.openxmlformats.org/officeDocument/2006/relationships/image" Target="/ppt/media/image2.jpeg" Id="R4f9d216a1cc747d1" /><Relationship Type="http://schemas.openxmlformats.org/officeDocument/2006/relationships/notesSlide" Target="/ppt/notesSlides/notesSlide2.xml" Id="R5e914965e24f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9dd5607cf4f27" /><Relationship Type="http://schemas.openxmlformats.org/officeDocument/2006/relationships/image" Target="/ppt/media/image3.jpeg" Id="R13166675c7d244f2" /><Relationship Type="http://schemas.openxmlformats.org/officeDocument/2006/relationships/image" Target="/ppt/media/image4.jpeg" Id="R4a53548b66614614" /><Relationship Type="http://schemas.openxmlformats.org/officeDocument/2006/relationships/image" Target="/ppt/media/image5.jpeg" Id="R4625b7f5e12e44c1" /><Relationship Type="http://schemas.openxmlformats.org/officeDocument/2006/relationships/image" Target="/ppt/media/image6.jpeg" Id="R94ef6b371d674253" /><Relationship Type="http://schemas.openxmlformats.org/officeDocument/2006/relationships/notesSlide" Target="/ppt/notesSlides/notesSlide3.xml" Id="Rba5d71eedb2c41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c7f9b28454b43" /><Relationship Type="http://schemas.openxmlformats.org/officeDocument/2006/relationships/image" Target="/ppt/media/image7.jpeg" Id="R301c60adcef541df" /><Relationship Type="http://schemas.openxmlformats.org/officeDocument/2006/relationships/image" Target="/ppt/media/image8.jpeg" Id="R96d2e04429814767" /><Relationship Type="http://schemas.openxmlformats.org/officeDocument/2006/relationships/image" Target="/ppt/media/image9.jpeg" Id="R82358a6b3a4a4fdb" /><Relationship Type="http://schemas.openxmlformats.org/officeDocument/2006/relationships/notesSlide" Target="/ppt/notesSlides/notesSlide4.xml" Id="Rcf4e0167ca194f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6219303654ecd" /><Relationship Type="http://schemas.openxmlformats.org/officeDocument/2006/relationships/image" Target="/ppt/media/image10.jpeg" Id="Rbae669fa25c143bd" /><Relationship Type="http://schemas.openxmlformats.org/officeDocument/2006/relationships/image" Target="/ppt/media/image11.jpeg" Id="Rd60c044fe41a4256" /><Relationship Type="http://schemas.openxmlformats.org/officeDocument/2006/relationships/image" Target="/ppt/media/image12.jpeg" Id="Re78de31104f14cbd" /><Relationship Type="http://schemas.openxmlformats.org/officeDocument/2006/relationships/image" Target="/ppt/media/image4.jpeg" Id="R25f4c0567a7945b5" /><Relationship Type="http://schemas.openxmlformats.org/officeDocument/2006/relationships/notesSlide" Target="/ppt/notesSlides/notesSlide5.xml" Id="Rfa3a7586181d41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d68c7599c4d44" /><Relationship Type="http://schemas.openxmlformats.org/officeDocument/2006/relationships/image" Target="/ppt/media/image13.jpeg" Id="Rc3c93e15a6ba4c25" /><Relationship Type="http://schemas.openxmlformats.org/officeDocument/2006/relationships/image" Target="/ppt/media/image14.jpeg" Id="Rebf224ce19694faa" /><Relationship Type="http://schemas.openxmlformats.org/officeDocument/2006/relationships/image" Target="/ppt/media/image15.jpeg" Id="R84e3e66ba1e84e76" /><Relationship Type="http://schemas.openxmlformats.org/officeDocument/2006/relationships/notesSlide" Target="/ppt/notesSlides/notesSlide6.xml" Id="R18f66cd78446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5ebe9c9bc4869" /><Relationship Type="http://schemas.openxmlformats.org/officeDocument/2006/relationships/image" Target="/ppt/media/image3.jpeg" Id="R5d02c78bfb914ab4" /><Relationship Type="http://schemas.openxmlformats.org/officeDocument/2006/relationships/image" Target="/ppt/media/image16.jpeg" Id="Re3a74ca91d4a4635" /><Relationship Type="http://schemas.openxmlformats.org/officeDocument/2006/relationships/image" Target="/ppt/media/image17.jpeg" Id="Rd28519a2e55b4adc" /><Relationship Type="http://schemas.openxmlformats.org/officeDocument/2006/relationships/notesSlide" Target="/ppt/notesSlides/notesSlide7.xml" Id="Rc7de67d7fed740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8bc6ea1924072" /><Relationship Type="http://schemas.openxmlformats.org/officeDocument/2006/relationships/image" Target="/ppt/media/image18.jpeg" Id="Rba646f19e51b4f62" /><Relationship Type="http://schemas.openxmlformats.org/officeDocument/2006/relationships/image" Target="/ppt/media/image19.jpeg" Id="Rb395c82bd2c84f71" /><Relationship Type="http://schemas.openxmlformats.org/officeDocument/2006/relationships/notesSlide" Target="/ppt/notesSlides/notesSlide8.xml" Id="R063ca9af777547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0abff45404bee" /><Relationship Type="http://schemas.openxmlformats.org/officeDocument/2006/relationships/image" Target="/ppt/media/image20.jpeg" Id="R3cd838f2c35b46b9" /><Relationship Type="http://schemas.openxmlformats.org/officeDocument/2006/relationships/image" Target="/ppt/media/image21.jpeg" Id="Rce265c6a1efe4a35" /><Relationship Type="http://schemas.openxmlformats.org/officeDocument/2006/relationships/notesSlide" Target="/ppt/notesSlides/notesSlide9.xml" Id="R0fa56691371e4f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96f5f65a54834" /><Relationship Type="http://schemas.openxmlformats.org/officeDocument/2006/relationships/image" Target="/ppt/media/image22.jpeg" Id="Radfbadfa78ce44d3" /><Relationship Type="http://schemas.openxmlformats.org/officeDocument/2006/relationships/image" Target="/ppt/media/image5.jpeg" Id="R1f070a5cc0674347" /><Relationship Type="http://schemas.openxmlformats.org/officeDocument/2006/relationships/image" Target="/ppt/media/image23.jpeg" Id="R2ab80ec771da4265" /><Relationship Type="http://schemas.openxmlformats.org/officeDocument/2006/relationships/image" Target="/ppt/media/image24.jpeg" Id="R7a348c8be11c48a5" /><Relationship Type="http://schemas.openxmlformats.org/officeDocument/2006/relationships/notesSlide" Target="/ppt/notesSlides/notesSlide10.xml" Id="Rd1c899000bf645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427e175814db1" /><Relationship Type="http://schemas.openxmlformats.org/officeDocument/2006/relationships/image" Target="/ppt/media/image6.jpeg" Id="R37ffd817ecfd4a70" /><Relationship Type="http://schemas.openxmlformats.org/officeDocument/2006/relationships/image" Target="/ppt/media/image25.jpeg" Id="R3b23e7a0c92948a3" /><Relationship Type="http://schemas.openxmlformats.org/officeDocument/2006/relationships/notesSlide" Target="/ppt/notesSlides/notesSlide11.xml" Id="R4199473fc45447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97fc20dd745ae" /><Relationship Type="http://schemas.openxmlformats.org/officeDocument/2006/relationships/image" Target="/ppt/media/image26.jpeg" Id="Rdbf0ff4b88c74770" /><Relationship Type="http://schemas.openxmlformats.org/officeDocument/2006/relationships/image" Target="/ppt/media/image27.jpeg" Id="Rf50e7a9fed7b437c" /><Relationship Type="http://schemas.openxmlformats.org/officeDocument/2006/relationships/image" Target="/ppt/media/image28.jpeg" Id="Rec5a77b3a39241be" /><Relationship Type="http://schemas.openxmlformats.org/officeDocument/2006/relationships/notesSlide" Target="/ppt/notesSlides/notesSlide12.xml" Id="R0fb7584a062f4d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ff2a0cb0746b8" /><Relationship Type="http://schemas.openxmlformats.org/officeDocument/2006/relationships/image" Target="/ppt/media/image29.jpeg" Id="R71121fdca9034bc6" /><Relationship Type="http://schemas.openxmlformats.org/officeDocument/2006/relationships/image" Target="/ppt/media/image30.jpeg" Id="R4909d963d8ed45a8" /><Relationship Type="http://schemas.openxmlformats.org/officeDocument/2006/relationships/notesSlide" Target="/ppt/notesSlides/notesSlide13.xml" Id="R63fc07982a034f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3075b7e704117" /><Relationship Type="http://schemas.openxmlformats.org/officeDocument/2006/relationships/notesSlide" Target="/ppt/notesSlides/notesSlide14.xml" Id="Rabd7eaac501043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37f1a3e04c4e66" /><Relationship Type="http://schemas.openxmlformats.org/officeDocument/2006/relationships/image" Target="/ppt/media/image31.jpeg" Id="R0da3dce872da49e1" /><Relationship Type="http://schemas.openxmlformats.org/officeDocument/2006/relationships/hyperlink" Target="mailto:Wasim@wasconarabia.com" TargetMode="External" Id="R7a0fccda915649b1" /><Relationship Type="http://schemas.openxmlformats.org/officeDocument/2006/relationships/hyperlink" Target="mailto:Sales@wasconarabia.com" TargetMode="External" Id="Rc949ecb7c5aa482e" /><Relationship Type="http://schemas.openxmlformats.org/officeDocument/2006/relationships/notesSlide" Target="/ppt/notesSlides/notesSlide15.xml" Id="R846e6207d66143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6795812D-C7A1-49D5-B4EF-198F5BAE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5A1F4C8-4444-4B2A-89CA-771BDFE0B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2f40a9c13437a"/>
          <a:stretch xmlns:a="http://schemas.openxmlformats.org/drawingml/2006/main"/>
        </p:blipFill>
        <p:spPr>
          <a:xfrm xmlns:a="http://schemas.openxmlformats.org/drawingml/2006/main">
            <a:off x="1905000" y="952"/>
            <a:ext cx="6115050" cy="5665470"/>
          </a:xfrm>
          <a:prstGeom xmlns:a="http://schemas.openxmlformats.org/drawingml/2006/main" prst="rect">
            <a:avLst/>
          </a:prstGeom>
        </p:spPr>
      </p:pic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9DB78B3E-B75D-4148-9799-01C5A6D2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48175" cy="5667375"/>
          </a:xfrm>
          <a:custGeom xmlns:a="http://schemas.openxmlformats.org/drawingml/2006/main">
            <a:rect l="0" t="0" r="0" b="0"/>
            <a:pathLst>
              <a:path w="4448175" h="5667375">
                <a:moveTo>
                  <a:pt x="0" y="0"/>
                </a:moveTo>
                <a:lnTo>
                  <a:pt x="4448175" y="0"/>
                </a:lnTo>
                <a:lnTo>
                  <a:pt x="2895600" y="5667375"/>
                </a:lnTo>
                <a:lnTo>
                  <a:pt x="0" y="5667375"/>
                </a:lnTo>
                <a:close/>
              </a:path>
            </a:pathLst>
          </a:cu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0414573F-B677-4862-8DE9-39A602A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57725"/>
            <a:ext cx="3171825" cy="1009650"/>
          </a:xfrm>
          <a:custGeom xmlns:a="http://schemas.openxmlformats.org/drawingml/2006/main">
            <a:rect l="0" t="0" r="0" b="0"/>
            <a:pathLst>
              <a:path w="3171825" h="1009650">
                <a:moveTo>
                  <a:pt x="0" y="1009650"/>
                </a:moveTo>
                <a:lnTo>
                  <a:pt x="2895600" y="1009650"/>
                </a:lnTo>
                <a:lnTo>
                  <a:pt x="31718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76A62857-7D47-439A-A696-75941AB7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0"/>
            <a:ext cx="1676400" cy="5667375"/>
          </a:xfrm>
          <a:custGeom xmlns:a="http://schemas.openxmlformats.org/drawingml/2006/main">
            <a:rect l="0" t="0" r="0" b="0"/>
            <a:pathLst>
              <a:path w="1676400" h="5667375">
                <a:moveTo>
                  <a:pt x="1552575" y="0"/>
                </a:moveTo>
                <a:lnTo>
                  <a:pt x="1676400" y="0"/>
                </a:lnTo>
                <a:lnTo>
                  <a:pt x="123825" y="5667375"/>
                </a:lnTo>
                <a:lnTo>
                  <a:pt x="0" y="5667375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CORPORATE PORTFOLIO">
            <a:extLst xmlns:a="http://schemas.openxmlformats.org/drawingml/2006/main">
              <a:ext uri="{FF2B5EF4-FFF2-40B4-BE49-F238E27FC236}">
                <a16:creationId xmlns:a16="http://schemas.microsoft.com/office/drawing/2014/main" id="{0B437C97-4A47-4CF7-977F-CE112DA4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7472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CORPORATE PORTFOLIO</a:t>
            </a:r>
          </a:p>
        </p:txBody>
      </p:sp>
      <p:sp>
        <p:nvSpPr>
          <p:cNvPr id="7" name="Design block 6">
            <a:extLst xmlns:a="http://schemas.openxmlformats.org/drawingml/2006/main">
              <a:ext uri="{FF2B5EF4-FFF2-40B4-BE49-F238E27FC236}">
                <a16:creationId xmlns:a16="http://schemas.microsoft.com/office/drawing/2014/main" id="{CF04752E-D4EA-4620-B83D-33FDDC9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76275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WASEEM">
            <a:extLst xmlns:a="http://schemas.openxmlformats.org/drawingml/2006/main">
              <a:ext uri="{FF2B5EF4-FFF2-40B4-BE49-F238E27FC236}">
                <a16:creationId xmlns:a16="http://schemas.microsoft.com/office/drawing/2014/main" id="{5DA0A338-FC26-4202-A187-DFB0DD6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73836"/>
            <a:ext cx="2409825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9" name="CONSTRUCTION">
            <a:extLst xmlns:a="http://schemas.openxmlformats.org/drawingml/2006/main">
              <a:ext uri="{FF2B5EF4-FFF2-40B4-BE49-F238E27FC236}">
                <a16:creationId xmlns:a16="http://schemas.microsoft.com/office/drawing/2014/main" id="{2ABA98DF-EE68-478C-8FFD-8667749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604963"/>
            <a:ext cx="201338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0" name="COMPANY">
            <a:extLst xmlns:a="http://schemas.openxmlformats.org/drawingml/2006/main">
              <a:ext uri="{FF2B5EF4-FFF2-40B4-BE49-F238E27FC236}">
                <a16:creationId xmlns:a16="http://schemas.microsoft.com/office/drawing/2014/main" id="{D0CEA665-92CE-464A-A60A-61696AD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19288"/>
            <a:ext cx="131238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LIFTING. MOVING.">
            <a:extLst xmlns:a="http://schemas.openxmlformats.org/drawingml/2006/main">
              <a:ext uri="{FF2B5EF4-FFF2-40B4-BE49-F238E27FC236}">
                <a16:creationId xmlns:a16="http://schemas.microsoft.com/office/drawing/2014/main" id="{6D6666E0-6C25-44ED-935B-3D49B61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622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LIFTING. MOVING.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BUILDING POSSIBILITIES.</a:t>
            </a:r>
          </a:p>
        </p:txBody>
      </p:sp>
      <p:sp>
        <p:nvSpPr>
          <p:cNvPr id="12" name="BUILDING POSSIBILITIES.">
            <a:extLst xmlns:a="http://schemas.openxmlformats.org/drawingml/2006/main">
              <a:ext uri="{FF2B5EF4-FFF2-40B4-BE49-F238E27FC236}">
                <a16:creationId xmlns:a16="http://schemas.microsoft.com/office/drawing/2014/main" id="{166A5D3A-934A-479E-B170-62E32CB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96565"/>
            <a:ext cx="235989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Equipment and operations">
            <a:extLst xmlns:a="http://schemas.openxmlformats.org/drawingml/2006/main">
              <a:ext uri="{FF2B5EF4-FFF2-40B4-BE49-F238E27FC236}">
                <a16:creationId xmlns:a16="http://schemas.microsoft.com/office/drawing/2014/main" id="{F0883CEE-DE73-444F-A65B-A43E8B8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and operations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for the work ahead.</a:t>
            </a:r>
          </a:p>
        </p:txBody>
      </p:sp>
      <p:sp>
        <p:nvSpPr>
          <p:cNvPr id="14" name="for the work ahead.">
            <a:extLst xmlns:a="http://schemas.openxmlformats.org/drawingml/2006/main">
              <a:ext uri="{FF2B5EF4-FFF2-40B4-BE49-F238E27FC236}">
                <a16:creationId xmlns:a16="http://schemas.microsoft.com/office/drawing/2014/main" id="{FEACD594-E267-4D50-8BE1-E1EA3F8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31692"/>
            <a:ext cx="161740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WORK IN FOCUS.">
            <a:extLst xmlns:a="http://schemas.openxmlformats.org/drawingml/2006/main">
              <a:ext uri="{FF2B5EF4-FFF2-40B4-BE49-F238E27FC236}">
                <a16:creationId xmlns:a16="http://schemas.microsoft.com/office/drawing/2014/main" id="{CE3872F1-B4B2-4B3F-A410-90A3E8A2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0808"/>
            <a:ext cx="18294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IN FOCUS.</a:t>
            </a:r>
          </a:p>
        </p:txBody>
      </p:sp>
      <p:sp>
        <p:nvSpPr>
          <p:cNvPr id="16" name="COMPANY PROFILE">
            <a:extLst xmlns:a="http://schemas.openxmlformats.org/drawingml/2006/main">
              <a:ext uri="{FF2B5EF4-FFF2-40B4-BE49-F238E27FC236}">
                <a16:creationId xmlns:a16="http://schemas.microsoft.com/office/drawing/2014/main" id="{E2494C81-F13E-4964-848D-01FE9F3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226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4DBC4C79-157C-4D9D-B597-F1CD818A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29200"/>
            <a:ext cx="2209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LIFTING / HANDLING / TRANSPORT">
            <a:extLst xmlns:a="http://schemas.openxmlformats.org/drawingml/2006/main">
              <a:ext uri="{FF2B5EF4-FFF2-40B4-BE49-F238E27FC236}">
                <a16:creationId xmlns:a16="http://schemas.microsoft.com/office/drawing/2014/main" id="{1D39DEF7-7BD1-44E5-B630-71B16D3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43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/ HANDLING / TRANSPORT</a:t>
            </a:r>
          </a:p>
        </p:txBody>
      </p:sp>
    </p:spTree>
    <p:extLst>
      <p:ext uri="{BB962C8B-B14F-4D97-AF65-F5344CB8AC3E}">
        <p14:creationId xmlns:p14="http://schemas.microsoft.com/office/powerpoint/2010/main" val="19751184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C0CE620-16D1-4E9D-BD45-7BA18B0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Design block 1">
            <a:extLst xmlns:a="http://schemas.openxmlformats.org/drawingml/2006/main">
              <a:ext uri="{FF2B5EF4-FFF2-40B4-BE49-F238E27FC236}">
                <a16:creationId xmlns:a16="http://schemas.microsoft.com/office/drawing/2014/main" id="{53B99C0B-AC73-4F05-9F15-58B04A35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622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01 / COMPANY OVERVIEW">
            <a:extLst xmlns:a="http://schemas.openxmlformats.org/drawingml/2006/main">
              <a:ext uri="{FF2B5EF4-FFF2-40B4-BE49-F238E27FC236}">
                <a16:creationId xmlns:a16="http://schemas.microsoft.com/office/drawing/2014/main" id="{0BBC7C04-A5D1-4956-903E-EBDD4BDE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6997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COMPANY OVERVIEW</a:t>
            </a:r>
          </a:p>
        </p:txBody>
      </p:sp>
      <p:sp>
        <p:nvSpPr>
          <p:cNvPr id="4" name="WORK BEGINS">
            <a:extLst xmlns:a="http://schemas.openxmlformats.org/drawingml/2006/main">
              <a:ext uri="{FF2B5EF4-FFF2-40B4-BE49-F238E27FC236}">
                <a16:creationId xmlns:a16="http://schemas.microsoft.com/office/drawing/2014/main" id="{D5718316-D81C-47A1-ADB9-91EDD540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16699"/>
            <a:ext cx="2105569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BEGINS</a:t>
            </a:r>
          </a:p>
        </p:txBody>
      </p:sp>
      <p:sp>
        <p:nvSpPr>
          <p:cNvPr id="5" name="WITH A CLEAR">
            <a:extLst xmlns:a="http://schemas.openxmlformats.org/drawingml/2006/main">
              <a:ext uri="{FF2B5EF4-FFF2-40B4-BE49-F238E27FC236}">
                <a16:creationId xmlns:a16="http://schemas.microsoft.com/office/drawing/2014/main" id="{BE3A876A-F341-4893-BFFE-5B4AF9BA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69124"/>
            <a:ext cx="2105299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WITH A CLEAR</a:t>
            </a:r>
          </a:p>
        </p:txBody>
      </p:sp>
      <p:sp>
        <p:nvSpPr>
          <p:cNvPr id="6" name="DIRECTION.">
            <a:extLst xmlns:a="http://schemas.openxmlformats.org/drawingml/2006/main">
              <a:ext uri="{FF2B5EF4-FFF2-40B4-BE49-F238E27FC236}">
                <a16:creationId xmlns:a16="http://schemas.microsoft.com/office/drawing/2014/main" id="{9380A070-EEB8-4549-B5E3-2488181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549"/>
            <a:ext cx="169123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DIRECTION.</a:t>
            </a:r>
          </a:p>
        </p:txBody>
      </p:sp>
      <p:sp>
        <p:nvSpPr>
          <p:cNvPr id="7" name="Design block 6">
            <a:extLst xmlns:a="http://schemas.openxmlformats.org/drawingml/2006/main">
              <a:ext uri="{FF2B5EF4-FFF2-40B4-BE49-F238E27FC236}">
                <a16:creationId xmlns:a16="http://schemas.microsoft.com/office/drawing/2014/main" id="{0FF8457C-6AD2-4793-9E29-EB8C30FB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Lifting. Handling. Transport.">
            <a:extLst xmlns:a="http://schemas.openxmlformats.org/drawingml/2006/main">
              <a:ext uri="{FF2B5EF4-FFF2-40B4-BE49-F238E27FC236}">
                <a16:creationId xmlns:a16="http://schemas.microsoft.com/office/drawing/2014/main" id="{EBA3EFA4-6F59-4721-8F4C-FA814E4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52891"/>
            <a:ext cx="208436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Lifting. Handling. Transport.</a:t>
            </a:r>
          </a:p>
        </p:txBody>
      </p:sp>
      <p:sp>
        <p:nvSpPr>
          <p:cNvPr id="9" name="Site access.">
            <a:extLst xmlns:a="http://schemas.openxmlformats.org/drawingml/2006/main">
              <a:ext uri="{FF2B5EF4-FFF2-40B4-BE49-F238E27FC236}">
                <a16:creationId xmlns:a16="http://schemas.microsoft.com/office/drawing/2014/main" id="{2B73D6DA-21BD-47EF-AF32-6DE6FEF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95778"/>
            <a:ext cx="96820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access.</a:t>
            </a:r>
          </a:p>
        </p:txBody>
      </p:sp>
      <p:sp>
        <p:nvSpPr>
          <p:cNvPr id="10" name="A focused introduction to Waseem">
            <a:extLst xmlns:a="http://schemas.openxmlformats.org/drawingml/2006/main">
              <a:ext uri="{FF2B5EF4-FFF2-40B4-BE49-F238E27FC236}">
                <a16:creationId xmlns:a16="http://schemas.microsoft.com/office/drawing/2014/main" id="{55684786-2BE0-4F4E-8D44-C30910B1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62350"/>
            <a:ext cx="2133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An introduction to Waseem Construction Company and the equipment featured in this portfolio.</a:t>
            </a:r>
          </a:p>
        </p:txBody>
      </p:sp>
      <p:sp>
        <p:nvSpPr>
          <p:cNvPr id="11" name="Construction Company and the equipment">
            <a:extLst xmlns:a="http://schemas.openxmlformats.org/drawingml/2006/main">
              <a:ext uri="{FF2B5EF4-FFF2-40B4-BE49-F238E27FC236}">
                <a16:creationId xmlns:a16="http://schemas.microsoft.com/office/drawing/2014/main" id="{E3D77A68-80E6-4441-87DF-79BF8FF1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01999"/>
            <a:ext cx="288129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activities featured in this portfolio.">
            <a:extLst xmlns:a="http://schemas.openxmlformats.org/drawingml/2006/main">
              <a:ext uri="{FF2B5EF4-FFF2-40B4-BE49-F238E27FC236}">
                <a16:creationId xmlns:a16="http://schemas.microsoft.com/office/drawing/2014/main" id="{742D1891-6D1E-4188-9F7D-17C231D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59162"/>
            <a:ext cx="230215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7344AEDD-96A7-48C2-BAB0-F64DE4DA6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d216a1cc747d1"/>
          <a:stretch xmlns:a="http://schemas.openxmlformats.org/drawingml/2006/main"/>
        </p:blipFill>
        <p:spPr>
          <a:xfrm xmlns:a="http://schemas.openxmlformats.org/drawingml/2006/main">
            <a:off x="3000375" y="352860"/>
            <a:ext cx="4714875" cy="2561355"/>
          </a:xfrm>
          <a:prstGeom xmlns:a="http://schemas.openxmlformats.org/drawingml/2006/main" prst="rect">
            <a:avLst/>
          </a:prstGeom>
        </p:spPr>
      </p:pic>
      <p:sp>
        <p:nvSpPr>
          <p:cNvPr id="14" name="The work behind the movement.">
            <a:extLst xmlns:a="http://schemas.openxmlformats.org/drawingml/2006/main">
              <a:ext uri="{FF2B5EF4-FFF2-40B4-BE49-F238E27FC236}">
                <a16:creationId xmlns:a16="http://schemas.microsoft.com/office/drawing/2014/main" id="{D4AEA22A-5F4F-4176-8BA3-5B486B73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1338"/>
            <a:ext cx="3733749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work behind the movement.</a:t>
            </a:r>
          </a:p>
        </p:txBody>
      </p:sp>
      <p:sp>
        <p:nvSpPr>
          <p:cNvPr id="15" name="Waseem Construction Company brings lifting, material handlin">
            <a:extLst xmlns:a="http://schemas.openxmlformats.org/drawingml/2006/main">
              <a:ext uri="{FF2B5EF4-FFF2-40B4-BE49-F238E27FC236}">
                <a16:creationId xmlns:a16="http://schemas.microsoft.com/office/drawing/2014/main" id="{F17FA9BE-BED1-4CE7-803F-C195F97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62350"/>
            <a:ext cx="471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Our portfolio covers lifting, material handling, heavy transport and site equipment, from industrial yards to waterfront cargo areas.</a:t>
            </a:r>
          </a:p>
        </p:txBody>
      </p:sp>
      <p:sp>
        <p:nvSpPr>
          <p:cNvPr id="16" name="equipment into one visual portfolio. The photographs show a ">
            <a:extLst xmlns:a="http://schemas.openxmlformats.org/drawingml/2006/main">
              <a:ext uri="{FF2B5EF4-FFF2-40B4-BE49-F238E27FC236}">
                <a16:creationId xmlns:a16="http://schemas.microsoft.com/office/drawing/2014/main" id="{F3218176-B526-44DF-B84D-CB7FC4AD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06749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from industrial yards to waterfront cargo areas.">
            <a:extLst xmlns:a="http://schemas.openxmlformats.org/drawingml/2006/main">
              <a:ext uri="{FF2B5EF4-FFF2-40B4-BE49-F238E27FC236}">
                <a16:creationId xmlns:a16="http://schemas.microsoft.com/office/drawing/2014/main" id="{53991641-8AB1-4C87-8D36-942DADF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63912"/>
            <a:ext cx="316612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Use this portfolio as a starting point for discussing a spec">
            <a:extLst xmlns:a="http://schemas.openxmlformats.org/drawingml/2006/main">
              <a:ext uri="{FF2B5EF4-FFF2-40B4-BE49-F238E27FC236}">
                <a16:creationId xmlns:a16="http://schemas.microsoft.com/office/drawing/2014/main" id="{7C31821D-3E63-4EC1-BD8B-ADB7728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958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availability, technical requirements, commercial terms and scope are confirmed for each enquiry.</a:t>
            </a:r>
          </a:p>
        </p:txBody>
      </p:sp>
      <p:sp>
        <p:nvSpPr>
          <p:cNvPr id="19" name="technical requirements, commercial terms and the final scope">
            <a:extLst xmlns:a="http://schemas.openxmlformats.org/drawingml/2006/main">
              <a:ext uri="{FF2B5EF4-FFF2-40B4-BE49-F238E27FC236}">
                <a16:creationId xmlns:a16="http://schemas.microsoft.com/office/drawing/2014/main" id="{C295B776-C975-46E1-9A65-FA7FDB3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6374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enquiry.">
            <a:extLst xmlns:a="http://schemas.openxmlformats.org/drawingml/2006/main">
              <a:ext uri="{FF2B5EF4-FFF2-40B4-BE49-F238E27FC236}">
                <a16:creationId xmlns:a16="http://schemas.microsoft.com/office/drawing/2014/main" id="{A3AB1E20-A742-40EC-B97C-B4A8AD2B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73537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34F7DDE0-4882-436E-9369-7D20F0E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189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3094684B-0642-4C43-92A7-27DFCEED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99DF581C-97EB-4BA8-B2A2-409A5B6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0930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85D08907-1D39-4212-A321-860C9130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Design block 1">
            <a:extLst xmlns:a="http://schemas.openxmlformats.org/drawingml/2006/main">
              <a:ext uri="{FF2B5EF4-FFF2-40B4-BE49-F238E27FC236}">
                <a16:creationId xmlns:a16="http://schemas.microsoft.com/office/drawing/2014/main" id="{82D37AA5-62CE-4E40-9453-3E4B497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6A1B139C-8B56-4AAE-816B-E6D71141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0"/>
            <a:ext cx="1971675" cy="1600200"/>
          </a:xfrm>
          <a:custGeom xmlns:a="http://schemas.openxmlformats.org/drawingml/2006/main">
            <a:rect l="0" t="0" r="0" b="0"/>
            <a:pathLst>
              <a:path w="1971675" h="1600200">
                <a:moveTo>
                  <a:pt x="0" y="1600200"/>
                </a:moveTo>
                <a:lnTo>
                  <a:pt x="1971675" y="1600200"/>
                </a:lnTo>
                <a:lnTo>
                  <a:pt x="1971675" y="0"/>
                </a:lnTo>
                <a:lnTo>
                  <a:pt x="657225" y="0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WASEEM">
            <a:extLst xmlns:a="http://schemas.openxmlformats.org/drawingml/2006/main">
              <a:ext uri="{FF2B5EF4-FFF2-40B4-BE49-F238E27FC236}">
                <a16:creationId xmlns:a16="http://schemas.microsoft.com/office/drawing/2014/main" id="{B8140993-8378-4E67-9C81-2DF307F5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5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0EDBA545-5C0B-408E-B3F5-E0D5A4F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6" name="02 / AREAS OF WORK">
            <a:extLst xmlns:a="http://schemas.openxmlformats.org/drawingml/2006/main">
              <a:ext uri="{FF2B5EF4-FFF2-40B4-BE49-F238E27FC236}">
                <a16:creationId xmlns:a16="http://schemas.microsoft.com/office/drawing/2014/main" id="{C570C874-DC08-46E7-BED2-220AAF0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85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02 / AREAS OF WORK</a:t>
            </a:r>
          </a:p>
        </p:txBody>
      </p:sp>
      <p:sp>
        <p:nvSpPr>
          <p:cNvPr id="7" name="EQUIPMENT THAT">
            <a:extLst xmlns:a="http://schemas.openxmlformats.org/drawingml/2006/main">
              <a:ext uri="{FF2B5EF4-FFF2-40B4-BE49-F238E27FC236}">
                <a16:creationId xmlns:a16="http://schemas.microsoft.com/office/drawing/2014/main" id="{E2A7AD73-A330-4824-A16A-CCBF917F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902970"/>
            <a:ext cx="26351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THAT</a:t>
            </a:r>
          </a:p>
        </p:txBody>
      </p:sp>
      <p:sp>
        <p:nvSpPr>
          <p:cNvPr id="8" name="KEEPS WORK MOVING.">
            <a:extLst xmlns:a="http://schemas.openxmlformats.org/drawingml/2006/main">
              <a:ext uri="{FF2B5EF4-FFF2-40B4-BE49-F238E27FC236}">
                <a16:creationId xmlns:a16="http://schemas.microsoft.com/office/drawing/2014/main" id="{AF0B672F-D071-4FB5-B73B-4740711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26820"/>
            <a:ext cx="336574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KEEPS WORK MOVING.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BF4A904D-A7DC-44AA-9040-9183B54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7965"/>
            <a:ext cx="656769" cy="70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FOCUS AREAS">
            <a:extLst xmlns:a="http://schemas.openxmlformats.org/drawingml/2006/main">
              <a:ext uri="{FF2B5EF4-FFF2-40B4-BE49-F238E27FC236}">
                <a16:creationId xmlns:a16="http://schemas.microsoft.com/office/drawing/2014/main" id="{A6180797-7E93-483E-9A27-42628E7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192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" name="Proposed service categories below are based on the supplied ">
            <a:extLst xmlns:a="http://schemas.openxmlformats.org/drawingml/2006/main">
              <a:ext uri="{FF2B5EF4-FFF2-40B4-BE49-F238E27FC236}">
                <a16:creationId xmlns:a16="http://schemas.microsoft.com/office/drawing/2014/main" id="{4186D446-9F6B-4765-9710-1BE11AAF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24025"/>
            <a:ext cx="739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Proposed service categories based on supplied photographs. Company confirmation required.</a:t>
            </a:r>
          </a:p>
        </p:txBody>
      </p:sp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206C9605-5CE8-486A-9786-0928BB3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56EC27F-3582-4E24-BB20-077B4C78C8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66675c7d244f2"/>
          <a:stretch xmlns:a="http://schemas.openxmlformats.org/drawingml/2006/main"/>
        </p:blipFill>
        <p:spPr>
          <a:xfrm xmlns:a="http://schemas.openxmlformats.org/drawingml/2006/main">
            <a:off x="304800" y="2212181"/>
            <a:ext cx="1771650" cy="1328738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FF67716E-728B-4D0D-A6B8-81375273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01">
            <a:extLst xmlns:a="http://schemas.openxmlformats.org/drawingml/2006/main">
              <a:ext uri="{FF2B5EF4-FFF2-40B4-BE49-F238E27FC236}">
                <a16:creationId xmlns:a16="http://schemas.microsoft.com/office/drawing/2014/main" id="{1A806207-E527-4F29-9E48-34F141C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CRANE OPERATIONS">
            <a:extLst xmlns:a="http://schemas.openxmlformats.org/drawingml/2006/main">
              <a:ext uri="{FF2B5EF4-FFF2-40B4-BE49-F238E27FC236}">
                <a16:creationId xmlns:a16="http://schemas.microsoft.com/office/drawing/2014/main" id="{1CA185A2-2628-4814-AD07-1DEA0CE9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17" name="Lifting and positioning">
            <a:extLst xmlns:a="http://schemas.openxmlformats.org/drawingml/2006/main">
              <a:ext uri="{FF2B5EF4-FFF2-40B4-BE49-F238E27FC236}">
                <a16:creationId xmlns:a16="http://schemas.microsoft.com/office/drawing/2014/main" id="{86D07EA2-F683-412A-B0A9-2D4E182D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and positioning</a:t>
            </a:r>
          </a:p>
        </p:txBody>
      </p:sp>
      <p:sp>
        <p:nvSpPr>
          <p:cNvPr id="18" name="Mobile cranes shown handling cargo and">
            <a:extLst xmlns:a="http://schemas.openxmlformats.org/drawingml/2006/main">
              <a:ext uri="{FF2B5EF4-FFF2-40B4-BE49-F238E27FC236}">
                <a16:creationId xmlns:a16="http://schemas.microsoft.com/office/drawing/2014/main" id="{1C870E5D-C2AF-4FBB-BDE9-78438245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Mobile cranes handling cargo and larger loads.</a:t>
            </a:r>
          </a:p>
        </p:txBody>
      </p:sp>
      <p:sp>
        <p:nvSpPr>
          <p:cNvPr id="19" name="larger loads.">
            <a:extLst xmlns:a="http://schemas.openxmlformats.org/drawingml/2006/main">
              <a:ext uri="{FF2B5EF4-FFF2-40B4-BE49-F238E27FC236}">
                <a16:creationId xmlns:a16="http://schemas.microsoft.com/office/drawing/2014/main" id="{EE3C0902-EB23-416F-98BA-78783254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61D7A5CB-A8C5-4193-875D-8EE7476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0CEAD28C-CF57-44E9-A0E5-360F463FE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3548b66614614"/>
          <a:stretch xmlns:a="http://schemas.openxmlformats.org/drawingml/2006/main"/>
        </p:blipFill>
        <p:spPr>
          <a:xfrm xmlns:a="http://schemas.openxmlformats.org/drawingml/2006/main">
            <a:off x="2190750" y="2477258"/>
            <a:ext cx="1771650" cy="798585"/>
          </a:xfrm>
          <a:prstGeom xmlns:a="http://schemas.openxmlformats.org/drawingml/2006/main" prst="rect">
            <a:avLst/>
          </a:prstGeom>
        </p:spPr>
      </p:pic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B8824A03-CC3C-444C-B461-0C8AFEED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2">
            <a:extLst xmlns:a="http://schemas.openxmlformats.org/drawingml/2006/main">
              <a:ext uri="{FF2B5EF4-FFF2-40B4-BE49-F238E27FC236}">
                <a16:creationId xmlns:a16="http://schemas.microsoft.com/office/drawing/2014/main" id="{5DB9D029-E721-4990-A767-BA434984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MATERIAL HANDLING">
            <a:extLst xmlns:a="http://schemas.openxmlformats.org/drawingml/2006/main">
              <a:ext uri="{FF2B5EF4-FFF2-40B4-BE49-F238E27FC236}">
                <a16:creationId xmlns:a16="http://schemas.microsoft.com/office/drawing/2014/main" id="{9CEF48C5-1478-4507-B119-640B15B4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MATERIAL HANDLING</a:t>
            </a:r>
          </a:p>
        </p:txBody>
      </p:sp>
      <p:sp>
        <p:nvSpPr>
          <p:cNvPr id="25" name="Handling with purpose">
            <a:extLst xmlns:a="http://schemas.openxmlformats.org/drawingml/2006/main">
              <a:ext uri="{FF2B5EF4-FFF2-40B4-BE49-F238E27FC236}">
                <a16:creationId xmlns:a16="http://schemas.microsoft.com/office/drawing/2014/main" id="{7AC646D0-7332-4772-BD9B-1C6D1A4D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86250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</a:t>
            </a:r>
          </a:p>
        </p:txBody>
      </p:sp>
      <p:sp>
        <p:nvSpPr>
          <p:cNvPr id="26" name="Forklifts and yard equipment pictured">
            <a:extLst xmlns:a="http://schemas.openxmlformats.org/drawingml/2006/main">
              <a:ext uri="{FF2B5EF4-FFF2-40B4-BE49-F238E27FC236}">
                <a16:creationId xmlns:a16="http://schemas.microsoft.com/office/drawing/2014/main" id="{9205A19F-E393-4BFD-893D-A3F8A9F8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Forklifts and yard equipment moving materials.</a:t>
            </a:r>
          </a:p>
        </p:txBody>
      </p:sp>
      <p:sp>
        <p:nvSpPr>
          <p:cNvPr id="27" name="moving materials.">
            <a:extLst xmlns:a="http://schemas.openxmlformats.org/drawingml/2006/main">
              <a:ext uri="{FF2B5EF4-FFF2-40B4-BE49-F238E27FC236}">
                <a16:creationId xmlns:a16="http://schemas.microsoft.com/office/drawing/2014/main" id="{EC5983EC-B286-44BE-AD97-DF841D9D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Design block 27">
            <a:extLst xmlns:a="http://schemas.openxmlformats.org/drawingml/2006/main">
              <a:ext uri="{FF2B5EF4-FFF2-40B4-BE49-F238E27FC236}">
                <a16:creationId xmlns:a16="http://schemas.microsoft.com/office/drawing/2014/main" id="{682F5681-A19F-4C48-8F5A-B56B770E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DAF6EC62-869E-4631-A62D-D97751245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5b7f5e12e44c1"/>
          <a:stretch xmlns:a="http://schemas.openxmlformats.org/drawingml/2006/main"/>
        </p:blipFill>
        <p:spPr>
          <a:xfrm xmlns:a="http://schemas.openxmlformats.org/drawingml/2006/main">
            <a:off x="4076700" y="2378273"/>
            <a:ext cx="1771650" cy="996553"/>
          </a:xfrm>
          <a:prstGeom xmlns:a="http://schemas.openxmlformats.org/drawingml/2006/main" prst="rect">
            <a:avLst/>
          </a:prstGeom>
        </p:spPr>
      </p:pic>
      <p:sp>
        <p:nvSpPr>
          <p:cNvPr id="30" name="Design block 29">
            <a:extLst xmlns:a="http://schemas.openxmlformats.org/drawingml/2006/main">
              <a:ext uri="{FF2B5EF4-FFF2-40B4-BE49-F238E27FC236}">
                <a16:creationId xmlns:a16="http://schemas.microsoft.com/office/drawing/2014/main" id="{A7015A75-C446-4EDE-8492-362D85E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FE8F6DC2-AA5A-4B15-B293-C6752D84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HEAVY TRANSPORT">
            <a:extLst xmlns:a="http://schemas.openxmlformats.org/drawingml/2006/main">
              <a:ext uri="{FF2B5EF4-FFF2-40B4-BE49-F238E27FC236}">
                <a16:creationId xmlns:a16="http://schemas.microsoft.com/office/drawing/2014/main" id="{033D5F3B-C3DD-451D-8970-62BC7205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HEAVY TRANSPORT</a:t>
            </a:r>
          </a:p>
        </p:txBody>
      </p:sp>
      <p:sp>
        <p:nvSpPr>
          <p:cNvPr id="33" name="Movement at scale">
            <a:extLst xmlns:a="http://schemas.openxmlformats.org/drawingml/2006/main">
              <a:ext uri="{FF2B5EF4-FFF2-40B4-BE49-F238E27FC236}">
                <a16:creationId xmlns:a16="http://schemas.microsoft.com/office/drawing/2014/main" id="{AA87121D-7860-4C53-A5F4-FE43AE23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Movement at scale</a:t>
            </a:r>
          </a:p>
        </p:txBody>
      </p:sp>
      <p:sp>
        <p:nvSpPr>
          <p:cNvPr id="34" name="Low-bed and multi-axle transport for">
            <a:extLst xmlns:a="http://schemas.openxmlformats.org/drawingml/2006/main">
              <a:ext uri="{FF2B5EF4-FFF2-40B4-BE49-F238E27FC236}">
                <a16:creationId xmlns:a16="http://schemas.microsoft.com/office/drawing/2014/main" id="{3D9228F1-C0C8-40BF-A47E-A636CEE0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Low-bed and multi-axle transport for equipment and cargo.</a:t>
            </a:r>
          </a:p>
        </p:txBody>
      </p:sp>
      <p:sp>
        <p:nvSpPr>
          <p:cNvPr id="35" name="equipment and cargo.">
            <a:extLst xmlns:a="http://schemas.openxmlformats.org/drawingml/2006/main">
              <a:ext uri="{FF2B5EF4-FFF2-40B4-BE49-F238E27FC236}">
                <a16:creationId xmlns:a16="http://schemas.microsoft.com/office/drawing/2014/main" id="{D9FB0889-F426-4CB9-8BD8-AAB5ECF8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96181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6" name="Design block 35">
            <a:extLst xmlns:a="http://schemas.openxmlformats.org/drawingml/2006/main">
              <a:ext uri="{FF2B5EF4-FFF2-40B4-BE49-F238E27FC236}">
                <a16:creationId xmlns:a16="http://schemas.microsoft.com/office/drawing/2014/main" id="{D3A48D7C-F964-4508-803E-0F14A375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1771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7" name="Picture 36">
            <a:extLst xmlns:a="http://schemas.openxmlformats.org/drawingml/2006/main">
              <a:ext uri="{FF2B5EF4-FFF2-40B4-BE49-F238E27FC236}">
                <a16:creationId xmlns:a16="http://schemas.microsoft.com/office/drawing/2014/main" id="{CFCA06A4-45F9-4671-A947-32768F4BC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6b371d674253"/>
          <a:stretch xmlns:a="http://schemas.openxmlformats.org/drawingml/2006/main"/>
        </p:blipFill>
        <p:spPr>
          <a:xfrm xmlns:a="http://schemas.openxmlformats.org/drawingml/2006/main">
            <a:off x="6257806" y="2095500"/>
            <a:ext cx="1181338" cy="1562100"/>
          </a:xfrm>
          <a:prstGeom xmlns:a="http://schemas.openxmlformats.org/drawingml/2006/main" prst="rect">
            <a:avLst/>
          </a:prstGeom>
        </p:spPr>
      </p:pic>
      <p:sp>
        <p:nvSpPr>
          <p:cNvPr id="38" name="Design block 37">
            <a:extLst xmlns:a="http://schemas.openxmlformats.org/drawingml/2006/main">
              <a:ext uri="{FF2B5EF4-FFF2-40B4-BE49-F238E27FC236}">
                <a16:creationId xmlns:a16="http://schemas.microsoft.com/office/drawing/2014/main" id="{3722BAE1-EDB0-4A4B-98E3-7FC61C28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3333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04">
            <a:extLst xmlns:a="http://schemas.openxmlformats.org/drawingml/2006/main">
              <a:ext uri="{FF2B5EF4-FFF2-40B4-BE49-F238E27FC236}">
                <a16:creationId xmlns:a16="http://schemas.microsoft.com/office/drawing/2014/main" id="{37435925-EB39-4D68-A52F-3F2FC4D8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34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SITE &amp; ACCESS">
            <a:extLst xmlns:a="http://schemas.openxmlformats.org/drawingml/2006/main">
              <a:ext uri="{FF2B5EF4-FFF2-40B4-BE49-F238E27FC236}">
                <a16:creationId xmlns:a16="http://schemas.microsoft.com/office/drawing/2014/main" id="{E748AF96-9AD5-4688-B6B2-2FA0F2A9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&amp; ACCESS</a:t>
            </a:r>
          </a:p>
        </p:txBody>
      </p:sp>
      <p:sp>
        <p:nvSpPr>
          <p:cNvPr id="41" name="Reach the working area">
            <a:extLst xmlns:a="http://schemas.openxmlformats.org/drawingml/2006/main">
              <a:ext uri="{FF2B5EF4-FFF2-40B4-BE49-F238E27FC236}">
                <a16:creationId xmlns:a16="http://schemas.microsoft.com/office/drawing/2014/main" id="{F1E4E600-C5CA-42E2-9853-F7FF7D1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86250"/>
            <a:ext cx="1590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 working area</a:t>
            </a:r>
          </a:p>
        </p:txBody>
      </p:sp>
      <p:sp>
        <p:nvSpPr>
          <p:cNvPr id="42" name="Elevated access and machinery for">
            <a:extLst xmlns:a="http://schemas.openxmlformats.org/drawingml/2006/main">
              <a:ext uri="{FF2B5EF4-FFF2-40B4-BE49-F238E27FC236}">
                <a16:creationId xmlns:a16="http://schemas.microsoft.com/office/drawing/2014/main" id="{A2A49EF8-1A7F-4266-A4D1-2C85FF3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1487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Elevated access and machinery for site activities.</a:t>
            </a:r>
          </a:p>
        </p:txBody>
      </p:sp>
      <p:sp>
        <p:nvSpPr>
          <p:cNvPr id="43" name="varied site activities.">
            <a:extLst xmlns:a="http://schemas.openxmlformats.org/drawingml/2006/main">
              <a:ext uri="{FF2B5EF4-FFF2-40B4-BE49-F238E27FC236}">
                <a16:creationId xmlns:a16="http://schemas.microsoft.com/office/drawing/2014/main" id="{AEB22793-F699-4170-9645-53EC117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96181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4" name="Design block 43">
            <a:extLst xmlns:a="http://schemas.openxmlformats.org/drawingml/2006/main">
              <a:ext uri="{FF2B5EF4-FFF2-40B4-BE49-F238E27FC236}">
                <a16:creationId xmlns:a16="http://schemas.microsoft.com/office/drawing/2014/main" id="{7C5491C4-CD21-4156-BEAD-73CC3C23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29225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1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7115404-85DB-4056-B9AF-3768AB6B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66576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46" name="SERVICE CONCEPT / FOR REVIEW">
            <a:extLst xmlns:a="http://schemas.openxmlformats.org/drawingml/2006/main">
              <a:ext uri="{FF2B5EF4-FFF2-40B4-BE49-F238E27FC236}">
                <a16:creationId xmlns:a16="http://schemas.microsoft.com/office/drawing/2014/main" id="{0763A494-F94B-42FD-B953-8BE5C89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435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SERVICE CONCEPT / FOR REVIEW</a:t>
            </a:r>
          </a:p>
        </p:txBody>
      </p:sp>
      <p:sp>
        <p:nvSpPr>
          <p:cNvPr id="47" name="Design block 46">
            <a:extLst xmlns:a="http://schemas.openxmlformats.org/drawingml/2006/main">
              <a:ext uri="{FF2B5EF4-FFF2-40B4-BE49-F238E27FC236}">
                <a16:creationId xmlns:a16="http://schemas.microsoft.com/office/drawing/2014/main" id="{C825BDDC-EB44-4D19-ABEA-1F0DEBC0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03">
            <a:extLst xmlns:a="http://schemas.openxmlformats.org/drawingml/2006/main">
              <a:ext uri="{FF2B5EF4-FFF2-40B4-BE49-F238E27FC236}">
                <a16:creationId xmlns:a16="http://schemas.microsoft.com/office/drawing/2014/main" id="{B7B99147-42AB-427A-8482-BB013DB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068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FA63AE41-2A3F-4AC1-B9FC-8195A104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8426120-D638-492E-9EC0-F35ACB60C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c60adcef541df"/>
          <a:stretch xmlns:a="http://schemas.openxmlformats.org/drawingml/2006/main"/>
        </p:blipFill>
        <p:spPr>
          <a:xfrm xmlns:a="http://schemas.openxmlformats.org/drawingml/2006/main">
            <a:off x="368" y="0"/>
            <a:ext cx="3475888" cy="5667375"/>
          </a:xfrm>
          <a:prstGeom xmlns:a="http://schemas.openxmlformats.org/drawingml/2006/main" prst="rect">
            <a:avLst/>
          </a:prstGeom>
        </p:spPr>
      </p:pic>
      <p:sp>
        <p:nvSpPr>
          <p:cNvPr id="3" name="Design block 2">
            <a:extLst xmlns:a="http://schemas.openxmlformats.org/drawingml/2006/main">
              <a:ext uri="{FF2B5EF4-FFF2-40B4-BE49-F238E27FC236}">
                <a16:creationId xmlns:a16="http://schemas.microsoft.com/office/drawing/2014/main" id="{05C7256F-3EAA-4184-A0A0-690CD2C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0"/>
            <a:ext cx="4543425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03 / OPERATIONS SHOWCASE">
            <a:extLst xmlns:a="http://schemas.openxmlformats.org/drawingml/2006/main">
              <a:ext uri="{FF2B5EF4-FFF2-40B4-BE49-F238E27FC236}">
                <a16:creationId xmlns:a16="http://schemas.microsoft.com/office/drawing/2014/main" id="{825F7452-3F78-4AA8-9746-E9DDA16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7472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03 / OPERATIONS SHOWCASE</a:t>
            </a:r>
          </a:p>
        </p:txBody>
      </p:sp>
      <p:sp>
        <p:nvSpPr>
          <p:cNvPr id="5" name="BIG LOADS.">
            <a:extLst xmlns:a="http://schemas.openxmlformats.org/drawingml/2006/main">
              <a:ext uri="{FF2B5EF4-FFF2-40B4-BE49-F238E27FC236}">
                <a16:creationId xmlns:a16="http://schemas.microsoft.com/office/drawing/2014/main" id="{CEAAE03C-A43D-477C-8752-1785603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90931"/>
            <a:ext cx="1984428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BIG LOADS.</a:t>
            </a:r>
          </a:p>
        </p:txBody>
      </p:sp>
      <p:sp>
        <p:nvSpPr>
          <p:cNvPr id="6" name="CLEAR FOCUS.">
            <a:extLst xmlns:a="http://schemas.openxmlformats.org/drawingml/2006/main">
              <a:ext uri="{FF2B5EF4-FFF2-40B4-BE49-F238E27FC236}">
                <a16:creationId xmlns:a16="http://schemas.microsoft.com/office/drawing/2014/main" id="{D439D3A0-A477-43E3-9A03-CC540C65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981456"/>
            <a:ext cx="25241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CLEAR FOCUS.</a:t>
            </a:r>
          </a:p>
        </p:txBody>
      </p:sp>
      <p:sp>
        <p:nvSpPr>
          <p:cNvPr id="7" name="A closer look at lifting and load positioning.">
            <a:extLst xmlns:a="http://schemas.openxmlformats.org/drawingml/2006/main">
              <a:ext uri="{FF2B5EF4-FFF2-40B4-BE49-F238E27FC236}">
                <a16:creationId xmlns:a16="http://schemas.microsoft.com/office/drawing/2014/main" id="{E1FF68D8-E152-498A-9CDF-EA70694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11808"/>
            <a:ext cx="31577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closer look at lifting and load positioning.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39ADBD8F-56A0-481F-AC59-3A3A8A6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288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obile cranes pictured alongside cylindrical loads and trans">
            <a:extLst xmlns:a="http://schemas.openxmlformats.org/drawingml/2006/main">
              <a:ext uri="{FF2B5EF4-FFF2-40B4-BE49-F238E27FC236}">
                <a16:creationId xmlns:a16="http://schemas.microsoft.com/office/drawing/2014/main" id="{5142234B-0668-4BC9-A2C6-46305D63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81200"/>
            <a:ext cx="3962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Mobile cranes handle cylindrical loads beside transport trailers. Supporting views show equipment positioning and the working area.</a:t>
            </a:r>
          </a:p>
        </p:txBody>
      </p:sp>
      <p:sp>
        <p:nvSpPr>
          <p:cNvPr id="10" name="views show equipment positioning and the wider working envir">
            <a:extLst xmlns:a="http://schemas.openxmlformats.org/drawingml/2006/main">
              <a:ext uri="{FF2B5EF4-FFF2-40B4-BE49-F238E27FC236}">
                <a16:creationId xmlns:a16="http://schemas.microsoft.com/office/drawing/2014/main" id="{480E785C-8B1C-4BB7-BE8C-D928142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5836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9E3DB167-2F41-4E3D-81B2-AC05C1200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2e04429814767"/>
          <a:stretch xmlns:a="http://schemas.openxmlformats.org/drawingml/2006/main"/>
        </p:blipFill>
        <p:spPr>
          <a:xfrm xmlns:a="http://schemas.openxmlformats.org/drawingml/2006/main">
            <a:off x="3874294" y="2628900"/>
            <a:ext cx="1614488" cy="215265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7A2BE148-E6FC-4DD8-A423-2BEE23E74B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58a6b3a4a4fdb"/>
          <a:stretch xmlns:a="http://schemas.openxmlformats.org/drawingml/2006/main"/>
        </p:blipFill>
        <p:spPr>
          <a:xfrm xmlns:a="http://schemas.openxmlformats.org/drawingml/2006/main">
            <a:off x="5931694" y="2628900"/>
            <a:ext cx="1614488" cy="2152650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9EEAF0FB-375E-4A24-8694-86269497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19650"/>
            <a:ext cx="1857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1 / LOAD HANDLING">
            <a:extLst xmlns:a="http://schemas.openxmlformats.org/drawingml/2006/main">
              <a:ext uri="{FF2B5EF4-FFF2-40B4-BE49-F238E27FC236}">
                <a16:creationId xmlns:a16="http://schemas.microsoft.com/office/drawing/2014/main" id="{0E57AB44-DDF6-4C91-9697-4D6A4B3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04899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LOAD HANDLING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E372050F-89D9-40DD-9EE9-597C166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19716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02 / CRANE POSITIONING">
            <a:extLst xmlns:a="http://schemas.openxmlformats.org/drawingml/2006/main">
              <a:ext uri="{FF2B5EF4-FFF2-40B4-BE49-F238E27FC236}">
                <a16:creationId xmlns:a16="http://schemas.microsoft.com/office/drawing/2014/main" id="{73553C70-9666-418E-80A3-FE81781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04899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 / CRANE POSITIONING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57EC38B3-E0FF-4A72-A5C4-7D63AF09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3476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LIFTING &amp; LOAD POSITIONING">
            <a:extLst xmlns:a="http://schemas.openxmlformats.org/drawingml/2006/main">
              <a:ext uri="{FF2B5EF4-FFF2-40B4-BE49-F238E27FC236}">
                <a16:creationId xmlns:a16="http://schemas.microsoft.com/office/drawing/2014/main" id="{915386F5-CD8A-4540-A136-ADBE7966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1808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&amp; LOAD POSITIONING</a:t>
            </a:r>
          </a:p>
        </p:txBody>
      </p:sp>
      <p:sp>
        <p:nvSpPr>
          <p:cNvPr id="19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4FA9E6D-3D69-4F6B-8536-C9A80CD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18379"/>
            <a:ext cx="396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34E73F9E-BFE8-49D4-8FD0-FB0C058D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A21631B7-988C-4F66-B67D-8620D52C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7103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9F7AC6B-AD58-4909-BB0A-BFBE7CF4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206D1631-C2F0-4C28-B611-DFF30A7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1464C378-0953-422E-8D4B-B5DE9CC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4 / MATERIAL HANDLING">
            <a:extLst xmlns:a="http://schemas.openxmlformats.org/drawingml/2006/main">
              <a:ext uri="{FF2B5EF4-FFF2-40B4-BE49-F238E27FC236}">
                <a16:creationId xmlns:a16="http://schemas.microsoft.com/office/drawing/2014/main" id="{D3ADCE93-6796-49F5-853A-8A00105E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04 / MATERIAL HANDLING</a:t>
            </a:r>
          </a:p>
        </p:txBody>
      </p:sp>
      <p:sp>
        <p:nvSpPr>
          <p:cNvPr id="5" name="MATERIALS IN MOTION.">
            <a:extLst xmlns:a="http://schemas.openxmlformats.org/drawingml/2006/main">
              <a:ext uri="{FF2B5EF4-FFF2-40B4-BE49-F238E27FC236}">
                <a16:creationId xmlns:a16="http://schemas.microsoft.com/office/drawing/2014/main" id="{51F23BE0-A63F-4F1D-A781-7E4D761B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48106"/>
            <a:ext cx="3873289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MATERIALS IN MOTION.</a:t>
            </a:r>
          </a:p>
        </p:txBody>
      </p:sp>
      <p:sp>
        <p:nvSpPr>
          <p:cNvPr id="6" name="Forklifts and handling equipment pictured in industrial yard">
            <a:extLst xmlns:a="http://schemas.openxmlformats.org/drawingml/2006/main">
              <a:ext uri="{FF2B5EF4-FFF2-40B4-BE49-F238E27FC236}">
                <a16:creationId xmlns:a16="http://schemas.microsoft.com/office/drawing/2014/main" id="{2733E0D7-85D0-4548-96EF-103F142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906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Forklifts and handling equipment in industrial yards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A70F0F7-3882-4A94-9EA7-B8EDEBD67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669fa25c143bd"/>
          <a:stretch xmlns:a="http://schemas.openxmlformats.org/drawingml/2006/main"/>
        </p:blipFill>
        <p:spPr>
          <a:xfrm xmlns:a="http://schemas.openxmlformats.org/drawingml/2006/main">
            <a:off x="304800" y="1924898"/>
            <a:ext cx="3600450" cy="2627203"/>
          </a:xfrm>
          <a:prstGeom xmlns:a="http://schemas.openxmlformats.org/drawingml/2006/main" prst="rect">
            <a:avLst/>
          </a:prstGeom>
        </p:spPr>
      </p:pic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FA31578F-DDF7-43DE-97C0-64B00D47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0535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USTRIAL YARD FORKLIFT">
            <a:extLst xmlns:a="http://schemas.openxmlformats.org/drawingml/2006/main">
              <a:ext uri="{FF2B5EF4-FFF2-40B4-BE49-F238E27FC236}">
                <a16:creationId xmlns:a16="http://schemas.microsoft.com/office/drawing/2014/main" id="{CF70CA7B-1446-43EF-AC06-9585CC02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0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INDUSTRIAL YARD FORKLIFT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24C5A25A-6C7F-425E-991E-15A55864F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c044fe41a4256"/>
          <a:stretch xmlns:a="http://schemas.openxmlformats.org/drawingml/2006/main"/>
        </p:blipFill>
        <p:spPr>
          <a:xfrm xmlns:a="http://schemas.openxmlformats.org/drawingml/2006/main">
            <a:off x="4150609" y="1771650"/>
            <a:ext cx="1566682" cy="14859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2EF78C50-2CE0-4C51-8779-7E349A669E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de31104f14cbd"/>
          <a:stretch xmlns:a="http://schemas.openxmlformats.org/drawingml/2006/main"/>
        </p:blipFill>
        <p:spPr>
          <a:xfrm xmlns:a="http://schemas.openxmlformats.org/drawingml/2006/main">
            <a:off x="5962650" y="1857375"/>
            <a:ext cx="1752600" cy="1314450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D71E2FEC-012D-4816-8F0E-DA532E0B9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4c0567a7945b5"/>
          <a:stretch xmlns:a="http://schemas.openxmlformats.org/drawingml/2006/main"/>
        </p:blipFill>
        <p:spPr>
          <a:xfrm xmlns:a="http://schemas.openxmlformats.org/drawingml/2006/main">
            <a:off x="4449536" y="3409950"/>
            <a:ext cx="2873829" cy="1295400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0BB9654A-06D9-4E53-8D4C-F9A3EE7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53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LARGE-REEL HANDLING">
            <a:extLst xmlns:a="http://schemas.openxmlformats.org/drawingml/2006/main">
              <a:ext uri="{FF2B5EF4-FFF2-40B4-BE49-F238E27FC236}">
                <a16:creationId xmlns:a16="http://schemas.microsoft.com/office/drawing/2014/main" id="{83E13F35-A8C6-4D3B-A0EC-3B5EC13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810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LARGE-REEL HANDLING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FBF9568A-CFB3-4136-8AB1-A119CC2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0AD76450-DC90-40E5-84A5-87BCA4D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139A4DF1-CDD7-4FAE-9F26-BAACB649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05">
            <a:extLst xmlns:a="http://schemas.openxmlformats.org/drawingml/2006/main">
              <a:ext uri="{FF2B5EF4-FFF2-40B4-BE49-F238E27FC236}">
                <a16:creationId xmlns:a16="http://schemas.microsoft.com/office/drawing/2014/main" id="{0F745942-4FEF-42A7-A1DB-3535C195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41235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9D5A4368-E73F-45D5-86BC-4BE9B46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B1F0D70D-F0F3-4E0A-8E3D-62D23208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DE3FF013-0554-4B77-BEBB-1646060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5 / EQUIPMENT TRANSPORT">
            <a:extLst xmlns:a="http://schemas.openxmlformats.org/drawingml/2006/main">
              <a:ext uri="{FF2B5EF4-FFF2-40B4-BE49-F238E27FC236}">
                <a16:creationId xmlns:a16="http://schemas.microsoft.com/office/drawing/2014/main" id="{64891BA6-41B8-431E-B56C-04CCD67B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 / EQUIPMENT TRANSPORT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7433EAFD-09D9-4036-AEC5-EC274D0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80200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ADY FOR THE NEXT MOVE.">
            <a:extLst xmlns:a="http://schemas.openxmlformats.org/drawingml/2006/main">
              <a:ext uri="{FF2B5EF4-FFF2-40B4-BE49-F238E27FC236}">
                <a16:creationId xmlns:a16="http://schemas.microsoft.com/office/drawing/2014/main" id="{9271691B-5EE7-486B-B2F6-73EF75B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13663"/>
            <a:ext cx="454908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READY FOR THE NEXT MOVE.</a:t>
            </a:r>
          </a:p>
        </p:txBody>
      </p:sp>
      <p:sp>
        <p:nvSpPr>
          <p:cNvPr id="7" name="Loading, transport and truck-mounted lifting equipment.">
            <a:extLst xmlns:a="http://schemas.openxmlformats.org/drawingml/2006/main">
              <a:ext uri="{FF2B5EF4-FFF2-40B4-BE49-F238E27FC236}">
                <a16:creationId xmlns:a16="http://schemas.microsoft.com/office/drawing/2014/main" id="{39AA7E80-8515-4DEF-8A4D-5927254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581150"/>
            <a:ext cx="739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Loading, transport and truck-mounted lifting equipment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4227658-09F8-4904-B9D3-4177A8773F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93e15a6ba4c25"/>
          <a:stretch xmlns:a="http://schemas.openxmlformats.org/drawingml/2006/main"/>
        </p:blipFill>
        <p:spPr>
          <a:xfrm xmlns:a="http://schemas.openxmlformats.org/drawingml/2006/main">
            <a:off x="809625" y="2066925"/>
            <a:ext cx="2590800" cy="19431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FB27AE2C-383A-4B61-A6EA-7EA21245F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224ce19694faa"/>
          <a:stretch xmlns:a="http://schemas.openxmlformats.org/drawingml/2006/main"/>
        </p:blipFill>
        <p:spPr>
          <a:xfrm xmlns:a="http://schemas.openxmlformats.org/drawingml/2006/main">
            <a:off x="4591050" y="2066925"/>
            <a:ext cx="2590800" cy="1943100"/>
          </a:xfrm>
          <a:prstGeom xmlns:a="http://schemas.openxmlformats.org/drawingml/2006/main" prst="rect">
            <a:avLst/>
          </a:prstGeom>
        </p:spPr>
      </p:pic>
      <p:sp>
        <p:nvSpPr>
          <p:cNvPr id="10" name="Design block 9">
            <a:extLst xmlns:a="http://schemas.openxmlformats.org/drawingml/2006/main">
              <a:ext uri="{FF2B5EF4-FFF2-40B4-BE49-F238E27FC236}">
                <a16:creationId xmlns:a16="http://schemas.microsoft.com/office/drawing/2014/main" id="{6E0D10B0-61EE-4F68-AB0E-29A4DD2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5765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KLIFT TRANSPORT">
            <a:extLst xmlns:a="http://schemas.openxmlformats.org/drawingml/2006/main">
              <a:ext uri="{FF2B5EF4-FFF2-40B4-BE49-F238E27FC236}">
                <a16:creationId xmlns:a16="http://schemas.microsoft.com/office/drawing/2014/main" id="{878F9E48-36FD-4F26-BCD9-6648741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3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 TRANSPORT</a:t>
            </a:r>
          </a:p>
        </p:txBody>
      </p:sp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9C1201CE-39E2-4035-ACBF-EE9BE68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EQUIPMENT ON LOW-BED TRAILER">
            <a:extLst xmlns:a="http://schemas.openxmlformats.org/drawingml/2006/main">
              <a:ext uri="{FF2B5EF4-FFF2-40B4-BE49-F238E27FC236}">
                <a16:creationId xmlns:a16="http://schemas.microsoft.com/office/drawing/2014/main" id="{77D255AB-E166-44FA-80DB-B2195E47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33374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ON LOW-BED TRAILER</a:t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ED29901-1F33-4096-B696-F72769CB41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3e66ba1e84e76"/>
          <a:stretch xmlns:a="http://schemas.openxmlformats.org/drawingml/2006/main"/>
        </p:blipFill>
        <p:spPr>
          <a:xfrm xmlns:a="http://schemas.openxmlformats.org/drawingml/2006/main">
            <a:off x="1027113" y="4410075"/>
            <a:ext cx="889000" cy="666750"/>
          </a:xfrm>
          <a:prstGeom xmlns:a="http://schemas.openxmlformats.org/drawingml/2006/main" prst="rect">
            <a:avLst/>
          </a:prstGeom>
        </p:spPr>
      </p:pic>
      <p:sp>
        <p:nvSpPr>
          <p:cNvPr id="15" name="The transport task begins with the equipment, its dimensions">
            <a:extLst xmlns:a="http://schemas.openxmlformats.org/drawingml/2006/main">
              <a:ext uri="{FF2B5EF4-FFF2-40B4-BE49-F238E27FC236}">
                <a16:creationId xmlns:a16="http://schemas.microsoft.com/office/drawing/2014/main" id="{D9F147F5-ACC2-434D-AEE5-EE42092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Transport planning starts with equipment dimensions and conditions at the loading and receiving areas.</a:t>
            </a:r>
          </a:p>
        </p:txBody>
      </p:sp>
      <p:sp>
        <p:nvSpPr>
          <p:cNvPr id="16" name="loading and receiving areas.">
            <a:extLst xmlns:a="http://schemas.openxmlformats.org/drawingml/2006/main">
              <a:ext uri="{FF2B5EF4-FFF2-40B4-BE49-F238E27FC236}">
                <a16:creationId xmlns:a16="http://schemas.microsoft.com/office/drawing/2014/main" id="{B1A9E3AE-BBBE-438D-BF2C-7D42F022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59249"/>
            <a:ext cx="19681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7CC051E2-96D9-4D1C-8D98-16DB222A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F59A3C6-6352-40F5-BCC3-37E9DAFB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871D6754-646E-434C-9F9C-0D2AC793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06">
            <a:extLst xmlns:a="http://schemas.openxmlformats.org/drawingml/2006/main">
              <a:ext uri="{FF2B5EF4-FFF2-40B4-BE49-F238E27FC236}">
                <a16:creationId xmlns:a16="http://schemas.microsoft.com/office/drawing/2014/main" id="{25D89F37-B397-47BA-B1B2-0B00A8FB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439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EB11457E-AAB8-4ABF-BBA6-B6042C3E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B4B84CBD-0801-45B7-8423-CD668929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CBD3FF43-4364-4935-AEEF-6135813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6 / WATERFRONT OPERATIONS">
            <a:extLst xmlns:a="http://schemas.openxmlformats.org/drawingml/2006/main">
              <a:ext uri="{FF2B5EF4-FFF2-40B4-BE49-F238E27FC236}">
                <a16:creationId xmlns:a16="http://schemas.microsoft.com/office/drawing/2014/main" id="{706E1106-CABF-42A7-AA57-732B0971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06 / WATERFRONT OPERATIONS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0FCDF9B7-BB78-44D2-AD63-48300C7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66775"/>
            <a:ext cx="25241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LIFTING AT">
            <a:extLst xmlns:a="http://schemas.openxmlformats.org/drawingml/2006/main">
              <a:ext uri="{FF2B5EF4-FFF2-40B4-BE49-F238E27FC236}">
                <a16:creationId xmlns:a16="http://schemas.microsoft.com/office/drawing/2014/main" id="{25D305D9-F384-40B8-8520-1A85848B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38213"/>
            <a:ext cx="140470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AT</a:t>
            </a:r>
          </a:p>
        </p:txBody>
      </p:sp>
      <p:sp>
        <p:nvSpPr>
          <p:cNvPr id="7" name="THE WATERFRONT.">
            <a:extLst xmlns:a="http://schemas.openxmlformats.org/drawingml/2006/main">
              <a:ext uri="{FF2B5EF4-FFF2-40B4-BE49-F238E27FC236}">
                <a16:creationId xmlns:a16="http://schemas.microsoft.com/office/drawing/2014/main" id="{02A741DF-56A4-4952-87E8-FAAAE62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14438"/>
            <a:ext cx="2396854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WATERFRONT.</a:t>
            </a:r>
          </a:p>
        </p:txBody>
      </p:sp>
      <p:sp>
        <p:nvSpPr>
          <p:cNvPr id="8" name="Mobile cranes and cargo handling in port environments.">
            <a:extLst xmlns:a="http://schemas.openxmlformats.org/drawingml/2006/main">
              <a:ext uri="{FF2B5EF4-FFF2-40B4-BE49-F238E27FC236}">
                <a16:creationId xmlns:a16="http://schemas.microsoft.com/office/drawing/2014/main" id="{9B45522D-BD27-4630-B85E-789ADD93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028700"/>
            <a:ext cx="4543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Mobile cranes and cargo handling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in port environments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2B1E9ED6-7978-4783-9A2C-0A951F3A7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2c78bfb914ab4"/>
          <a:stretch xmlns:a="http://schemas.openxmlformats.org/drawingml/2006/main"/>
        </p:blipFill>
        <p:spPr>
          <a:xfrm xmlns:a="http://schemas.openxmlformats.org/drawingml/2006/main">
            <a:off x="304800" y="2416969"/>
            <a:ext cx="2381250" cy="1785938"/>
          </a:xfrm>
          <a:prstGeom xmlns:a="http://schemas.openxmlformats.org/drawingml/2006/main" prst="rect">
            <a:avLst/>
          </a:prstGeom>
        </p:spPr>
      </p:pic>
      <p:sp>
        <p:nvSpPr>
          <p:cNvPr id="10" name="Design block 9">
            <a:extLst xmlns:a="http://schemas.openxmlformats.org/drawingml/2006/main">
              <a:ext uri="{FF2B5EF4-FFF2-40B4-BE49-F238E27FC236}">
                <a16:creationId xmlns:a16="http://schemas.microsoft.com/office/drawing/2014/main" id="{A4B4190F-56A1-4D08-98CB-A6564AA4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CRANE ARRANGEMENT">
            <a:extLst xmlns:a="http://schemas.openxmlformats.org/drawingml/2006/main">
              <a:ext uri="{FF2B5EF4-FFF2-40B4-BE49-F238E27FC236}">
                <a16:creationId xmlns:a16="http://schemas.microsoft.com/office/drawing/2014/main" id="{CE332563-8588-45AE-A60E-2458170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32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ARRANGEMENT</a:t>
            </a:r>
          </a:p>
        </p:txBody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AA2E03F8-CAE1-432F-8BCD-3F4522B8C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74ca91d4a4635"/>
          <a:stretch xmlns:a="http://schemas.openxmlformats.org/drawingml/2006/main"/>
        </p:blipFill>
        <p:spPr>
          <a:xfrm xmlns:a="http://schemas.openxmlformats.org/drawingml/2006/main">
            <a:off x="2892028" y="1819275"/>
            <a:ext cx="2235994" cy="2981325"/>
          </a:xfrm>
          <a:prstGeom xmlns:a="http://schemas.openxmlformats.org/drawingml/2006/main" prst="rect">
            <a:avLst/>
          </a:prstGeom>
        </p:spPr>
      </p:pic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72B1E692-992D-424C-A288-689F2355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CARGO LIFTING">
            <a:extLst xmlns:a="http://schemas.openxmlformats.org/drawingml/2006/main">
              <a:ext uri="{FF2B5EF4-FFF2-40B4-BE49-F238E27FC236}">
                <a16:creationId xmlns:a16="http://schemas.microsoft.com/office/drawing/2014/main" id="{292FF3DE-5CFD-478F-B93D-EA779B03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7632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718B621-0D04-4131-A85A-E5871C18E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519a2e55b4adc"/>
          <a:stretch xmlns:a="http://schemas.openxmlformats.org/drawingml/2006/main"/>
        </p:blipFill>
        <p:spPr>
          <a:xfrm xmlns:a="http://schemas.openxmlformats.org/drawingml/2006/main">
            <a:off x="5406628" y="1819275"/>
            <a:ext cx="2235994" cy="2981325"/>
          </a:xfrm>
          <a:prstGeom xmlns:a="http://schemas.openxmlformats.org/drawingml/2006/main" prst="rect">
            <a:avLst/>
          </a:prstGeom>
        </p:spPr>
      </p:pic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80F71117-1BCD-4583-98B4-A656167F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ORT-SIDE POSITIONING">
            <a:extLst xmlns:a="http://schemas.openxmlformats.org/drawingml/2006/main">
              <a:ext uri="{FF2B5EF4-FFF2-40B4-BE49-F238E27FC236}">
                <a16:creationId xmlns:a16="http://schemas.microsoft.com/office/drawing/2014/main" id="{4AD27A51-E131-4764-AE8E-3C19AA6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76324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PORT-SIDE POSITIONING</a:t>
            </a:r>
          </a:p>
        </p:txBody>
      </p:sp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223F845A-2F74-47FF-A80D-6B97F82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B54EB7E1-FE37-4439-A7E4-6548A642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628D0191-F522-4F27-AFB8-122C8B0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07">
            <a:extLst xmlns:a="http://schemas.openxmlformats.org/drawingml/2006/main">
              <a:ext uri="{FF2B5EF4-FFF2-40B4-BE49-F238E27FC236}">
                <a16:creationId xmlns:a16="http://schemas.microsoft.com/office/drawing/2014/main" id="{6C83A8CE-D5B8-4099-AF76-40DDA66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4712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ACD084BB-D576-4840-9CB3-834FF07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3BE9E37E-E881-4F42-BCB9-B281B04D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1704F344-46CE-46CF-ACA9-661F6E8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 xmlns:a="http://schemas.openxmlformats.org/drawingml/2006/main">
              <a:ext uri="{FF2B5EF4-FFF2-40B4-BE49-F238E27FC236}">
                <a16:creationId xmlns:a16="http://schemas.microsoft.com/office/drawing/2014/main" id="{7B012F01-62F0-45DA-B1AD-CA271A9B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173BF0F0-5287-482A-9509-D19B202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375"/>
            <a:ext cx="2400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ORT">
            <a:extLst xmlns:a="http://schemas.openxmlformats.org/drawingml/2006/main">
              <a:ext uri="{FF2B5EF4-FFF2-40B4-BE49-F238E27FC236}">
                <a16:creationId xmlns:a16="http://schemas.microsoft.com/office/drawing/2014/main" id="{176AFA99-CCF9-4E32-8021-4985BE3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32142"/>
            <a:ext cx="915474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 xmlns:a="http://schemas.openxmlformats.org/drawingml/2006/main">
              <a:ext uri="{FF2B5EF4-FFF2-40B4-BE49-F238E27FC236}">
                <a16:creationId xmlns:a16="http://schemas.microsoft.com/office/drawing/2014/main" id="{5569E24E-5194-4EBB-B48C-CECDB529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37145"/>
            <a:ext cx="1860152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D5B3628-38E7-41D4-AF29-31B3C0E6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RUCTURES AT">
            <a:extLst xmlns:a="http://schemas.openxmlformats.org/drawingml/2006/main">
              <a:ext uri="{FF2B5EF4-FFF2-40B4-BE49-F238E27FC236}">
                <a16:creationId xmlns:a16="http://schemas.microsoft.com/office/drawing/2014/main" id="{F9A7E82E-C600-49A4-B7F8-6DFD1C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4669"/>
            <a:ext cx="1373758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STRUCTURES AT</a:t>
            </a:r>
          </a:p>
        </p:txBody>
      </p:sp>
      <p:sp>
        <p:nvSpPr>
          <p:cNvPr id="10" name="SCALE.">
            <a:extLst xmlns:a="http://schemas.openxmlformats.org/drawingml/2006/main">
              <a:ext uri="{FF2B5EF4-FFF2-40B4-BE49-F238E27FC236}">
                <a16:creationId xmlns:a16="http://schemas.microsoft.com/office/drawing/2014/main" id="{41C4EADA-5CB8-4AE7-B052-C977D10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533269"/>
            <a:ext cx="637356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SCALE.</a:t>
            </a:r>
          </a:p>
        </p:txBody>
      </p:sp>
      <p:sp>
        <p:nvSpPr>
          <p:cNvPr id="11" name="Gantry structures and elevated">
            <a:extLst xmlns:a="http://schemas.openxmlformats.org/drawingml/2006/main">
              <a:ext uri="{FF2B5EF4-FFF2-40B4-BE49-F238E27FC236}">
                <a16:creationId xmlns:a16="http://schemas.microsoft.com/office/drawing/2014/main" id="{D3116118-2F7E-4325-8D17-CC88413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38500"/>
            <a:ext cx="19145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2" name="equipment pictured in waterfront">
            <a:extLst xmlns:a="http://schemas.openxmlformats.org/drawingml/2006/main">
              <a:ext uri="{FF2B5EF4-FFF2-40B4-BE49-F238E27FC236}">
                <a16:creationId xmlns:a16="http://schemas.microsoft.com/office/drawing/2014/main" id="{AB765515-EE87-4205-984F-A3E2C02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20999"/>
            <a:ext cx="22288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working environments.">
            <a:extLst xmlns:a="http://schemas.openxmlformats.org/drawingml/2006/main">
              <a:ext uri="{FF2B5EF4-FFF2-40B4-BE49-F238E27FC236}">
                <a16:creationId xmlns:a16="http://schemas.microsoft.com/office/drawing/2014/main" id="{D1E858D3-9561-411D-997F-1D13AC65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8162"/>
            <a:ext cx="16008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231A1DEA-7F4E-4BA8-ADFA-0DA042CBE0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46f19e51b4f62"/>
          <a:stretch xmlns:a="http://schemas.openxmlformats.org/drawingml/2006/main"/>
        </p:blipFill>
        <p:spPr>
          <a:xfrm xmlns:a="http://schemas.openxmlformats.org/drawingml/2006/main">
            <a:off x="2647950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2A9DE172-F735-47A0-B681-93224F2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TRUCTURE &amp; WORKING AREA">
            <a:extLst xmlns:a="http://schemas.openxmlformats.org/drawingml/2006/main">
              <a:ext uri="{FF2B5EF4-FFF2-40B4-BE49-F238E27FC236}">
                <a16:creationId xmlns:a16="http://schemas.microsoft.com/office/drawing/2014/main" id="{02926D39-C4CB-488B-842D-205A284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A6DF6081-C654-45CC-B1B5-2CE60F308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5c82bd2c84f71"/>
          <a:stretch xmlns:a="http://schemas.openxmlformats.org/drawingml/2006/main"/>
        </p:blipFill>
        <p:spPr>
          <a:xfrm xmlns:a="http://schemas.openxmlformats.org/drawingml/2006/main">
            <a:off x="5229225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2DF76F84-0EB7-4345-9C30-01F57DD1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EQUIPMENT &amp; ACCESS">
            <a:extLst xmlns:a="http://schemas.openxmlformats.org/drawingml/2006/main">
              <a:ext uri="{FF2B5EF4-FFF2-40B4-BE49-F238E27FC236}">
                <a16:creationId xmlns:a16="http://schemas.microsoft.com/office/drawing/2014/main" id="{24D6F9D1-D92D-4922-918D-705D24A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B1DBAAFE-507A-4207-9673-055847A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0CFFAC1-8FD3-4C8C-92FC-D49F69D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88647159-D393-4751-A8B0-AC17B22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08">
            <a:extLst xmlns:a="http://schemas.openxmlformats.org/drawingml/2006/main">
              <a:ext uri="{FF2B5EF4-FFF2-40B4-BE49-F238E27FC236}">
                <a16:creationId xmlns:a16="http://schemas.microsoft.com/office/drawing/2014/main" id="{8F948182-5255-4240-800D-0DB441DE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803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73C103C2-BBB0-44E9-86E7-FF327628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F4A6C85C-C477-4C30-B052-72736CC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C6157CA2-3968-400E-97A0-E05CE17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 xmlns:a="http://schemas.openxmlformats.org/drawingml/2006/main">
              <a:ext uri="{FF2B5EF4-FFF2-40B4-BE49-F238E27FC236}">
                <a16:creationId xmlns:a16="http://schemas.microsoft.com/office/drawing/2014/main" id="{CCA34FC1-0D2F-443D-837C-C96DABE0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A60DEBC4-2615-45E8-B7C9-69D6CC02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14375"/>
            <a:ext cx="24003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ORT">
            <a:extLst xmlns:a="http://schemas.openxmlformats.org/drawingml/2006/main">
              <a:ext uri="{FF2B5EF4-FFF2-40B4-BE49-F238E27FC236}">
                <a16:creationId xmlns:a16="http://schemas.microsoft.com/office/drawing/2014/main" id="{727E5D60-5FCC-4768-83A2-D4838C7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132142"/>
            <a:ext cx="915474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 xmlns:a="http://schemas.openxmlformats.org/drawingml/2006/main">
              <a:ext uri="{FF2B5EF4-FFF2-40B4-BE49-F238E27FC236}">
                <a16:creationId xmlns:a16="http://schemas.microsoft.com/office/drawing/2014/main" id="{2E4142C2-9998-4C3B-861C-2668459B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537145"/>
            <a:ext cx="1860152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6076C718-E51A-4ED5-951E-47300573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ACCESS IN CONTEXT.">
            <a:extLst xmlns:a="http://schemas.openxmlformats.org/drawingml/2006/main">
              <a:ext uri="{FF2B5EF4-FFF2-40B4-BE49-F238E27FC236}">
                <a16:creationId xmlns:a16="http://schemas.microsoft.com/office/drawing/2014/main" id="{6A0AD18E-0416-4815-9B2B-699EEF1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4669"/>
            <a:ext cx="1729532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ACCESS IN CONTEXT.</a:t>
            </a:r>
          </a:p>
        </p:txBody>
      </p:sp>
      <p:sp>
        <p:nvSpPr>
          <p:cNvPr id="10" name="Gantry structures and elevated">
            <a:extLst xmlns:a="http://schemas.openxmlformats.org/drawingml/2006/main">
              <a:ext uri="{FF2B5EF4-FFF2-40B4-BE49-F238E27FC236}">
                <a16:creationId xmlns:a16="http://schemas.microsoft.com/office/drawing/2014/main" id="{C421E601-3CF4-4C4B-A944-A01CC5AB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38500"/>
            <a:ext cx="19145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1" name="equipment pictured in waterfront">
            <a:extLst xmlns:a="http://schemas.openxmlformats.org/drawingml/2006/main">
              <a:ext uri="{FF2B5EF4-FFF2-40B4-BE49-F238E27FC236}">
                <a16:creationId xmlns:a16="http://schemas.microsoft.com/office/drawing/2014/main" id="{4BED0319-2011-4C5B-B061-0FDB042A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20999"/>
            <a:ext cx="222881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working environments.">
            <a:extLst xmlns:a="http://schemas.openxmlformats.org/drawingml/2006/main">
              <a:ext uri="{FF2B5EF4-FFF2-40B4-BE49-F238E27FC236}">
                <a16:creationId xmlns:a16="http://schemas.microsoft.com/office/drawing/2014/main" id="{EF9006C6-91CE-4C02-A10D-E8FC2729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8162"/>
            <a:ext cx="160086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6A008E43-FBF9-4940-963A-DD7C8D8B7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838f2c35b46b9"/>
          <a:stretch xmlns:a="http://schemas.openxmlformats.org/drawingml/2006/main"/>
        </p:blipFill>
        <p:spPr>
          <a:xfrm xmlns:a="http://schemas.openxmlformats.org/drawingml/2006/main">
            <a:off x="2647950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5EF84ADC-0738-47D0-B7B2-C37EFED1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TRUCTURE &amp; WORKING AREA">
            <a:extLst xmlns:a="http://schemas.openxmlformats.org/drawingml/2006/main">
              <a:ext uri="{FF2B5EF4-FFF2-40B4-BE49-F238E27FC236}">
                <a16:creationId xmlns:a16="http://schemas.microsoft.com/office/drawing/2014/main" id="{C5FFE3DE-AA9B-447E-9DCE-7385B1F6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41AAC808-8606-4376-BD59-AD3EBAED0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65c6a1efe4a35"/>
          <a:stretch xmlns:a="http://schemas.openxmlformats.org/drawingml/2006/main"/>
        </p:blipFill>
        <p:spPr>
          <a:xfrm xmlns:a="http://schemas.openxmlformats.org/drawingml/2006/main">
            <a:off x="5229225" y="1163638"/>
            <a:ext cx="2476500" cy="3302000"/>
          </a:xfrm>
          <a:prstGeom xmlns:a="http://schemas.openxmlformats.org/drawingml/2006/main" prst="rect">
            <a:avLst/>
          </a:prstGeom>
        </p:spPr>
      </p:pic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F1CC5F1A-D900-424D-8226-06C60D9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720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EQUIPMENT &amp; ACCESS">
            <a:extLst xmlns:a="http://schemas.openxmlformats.org/drawingml/2006/main">
              <a:ext uri="{FF2B5EF4-FFF2-40B4-BE49-F238E27FC236}">
                <a16:creationId xmlns:a16="http://schemas.microsoft.com/office/drawing/2014/main" id="{9A5A0D94-F120-4A1A-B546-3403DEF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47749"/>
            <a:ext cx="23907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D3BFBCC0-D5E3-4AF1-BE56-EACD26D3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DCFFEE77-DBA1-41E7-90BE-0E5054D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1" name="Design block 20">
            <a:extLst xmlns:a="http://schemas.openxmlformats.org/drawingml/2006/main">
              <a:ext uri="{FF2B5EF4-FFF2-40B4-BE49-F238E27FC236}">
                <a16:creationId xmlns:a16="http://schemas.microsoft.com/office/drawing/2014/main" id="{625BEE1C-0DBC-4D2B-BF8F-603D4923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09">
            <a:extLst xmlns:a="http://schemas.openxmlformats.org/drawingml/2006/main">
              <a:ext uri="{FF2B5EF4-FFF2-40B4-BE49-F238E27FC236}">
                <a16:creationId xmlns:a16="http://schemas.microsoft.com/office/drawing/2014/main" id="{4586014E-5EDE-45F9-934F-2B9C679B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7499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3C0DFE54-7E61-4EB0-A9FB-83CBFC81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7336FA5A-EE84-4F59-8AEB-092F1F62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8D3F535E-2D4A-4A66-B39E-B153391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8 / HEAVY CARGO">
            <a:extLst xmlns:a="http://schemas.openxmlformats.org/drawingml/2006/main">
              <a:ext uri="{FF2B5EF4-FFF2-40B4-BE49-F238E27FC236}">
                <a16:creationId xmlns:a16="http://schemas.microsoft.com/office/drawing/2014/main" id="{3F324A14-EDC1-4EFA-8933-F89EE79B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08 / HEAVY CARGO</a:t>
            </a:r>
          </a:p>
        </p:txBody>
      </p:sp>
      <p:sp>
        <p:nvSpPr>
          <p:cNvPr id="5" name="MOVEMENT AT SCALE.">
            <a:extLst xmlns:a="http://schemas.openxmlformats.org/drawingml/2006/main">
              <a:ext uri="{FF2B5EF4-FFF2-40B4-BE49-F238E27FC236}">
                <a16:creationId xmlns:a16="http://schemas.microsoft.com/office/drawing/2014/main" id="{6AA90D4F-593F-4C4F-B9D3-8B7E2DD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19531"/>
            <a:ext cx="3765603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MOVEMENT AT SCALE.</a:t>
            </a:r>
          </a:p>
        </p:txBody>
      </p:sp>
      <p:sp>
        <p:nvSpPr>
          <p:cNvPr id="6" name="Covered loads and oversized cargo on multi-axle transport eq">
            <a:extLst xmlns:a="http://schemas.openxmlformats.org/drawingml/2006/main">
              <a:ext uri="{FF2B5EF4-FFF2-40B4-BE49-F238E27FC236}">
                <a16:creationId xmlns:a16="http://schemas.microsoft.com/office/drawing/2014/main" id="{E1D63305-DC64-4AD2-ADC2-3A4CF52B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52550"/>
            <a:ext cx="739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loads and oversized cargo on multi-axle trailers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F320028-A3A8-4960-AC80-23543838F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badfa78ce44d3"/>
          <a:stretch xmlns:a="http://schemas.openxmlformats.org/drawingml/2006/main"/>
        </p:blipFill>
        <p:spPr>
          <a:xfrm xmlns:a="http://schemas.openxmlformats.org/drawingml/2006/main">
            <a:off x="1141413" y="179070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8" name="COVERED CARGO">
            <a:extLst xmlns:a="http://schemas.openxmlformats.org/drawingml/2006/main">
              <a:ext uri="{FF2B5EF4-FFF2-40B4-BE49-F238E27FC236}">
                <a16:creationId xmlns:a16="http://schemas.microsoft.com/office/drawing/2014/main" id="{E718DC36-B826-4F88-93E4-3182FA8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86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CARGO</a:t>
            </a:r>
          </a:p>
        </p:txBody>
      </p:sp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663F273-FF6C-4942-BC04-CB26198E7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70a5cc0674347"/>
          <a:stretch xmlns:a="http://schemas.openxmlformats.org/drawingml/2006/main"/>
        </p:blipFill>
        <p:spPr>
          <a:xfrm xmlns:a="http://schemas.openxmlformats.org/drawingml/2006/main">
            <a:off x="4596871" y="1790700"/>
            <a:ext cx="2607733" cy="1466850"/>
          </a:xfrm>
          <a:prstGeom xmlns:a="http://schemas.openxmlformats.org/drawingml/2006/main" prst="rect">
            <a:avLst/>
          </a:prstGeom>
        </p:spPr>
      </p:pic>
      <p:sp>
        <p:nvSpPr>
          <p:cNvPr id="10" name="MULTI-AXLE TRAILER">
            <a:extLst xmlns:a="http://schemas.openxmlformats.org/drawingml/2006/main">
              <a:ext uri="{FF2B5EF4-FFF2-40B4-BE49-F238E27FC236}">
                <a16:creationId xmlns:a16="http://schemas.microsoft.com/office/drawing/2014/main" id="{A55FA9E9-6E57-420E-870A-17B689BA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MULTI-AXLE TRAILER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4BEEEF6F-F28C-47E8-AD47-1E6EF7C52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80ec771da4265"/>
          <a:stretch xmlns:a="http://schemas.openxmlformats.org/drawingml/2006/main"/>
        </p:blipFill>
        <p:spPr>
          <a:xfrm xmlns:a="http://schemas.openxmlformats.org/drawingml/2006/main">
            <a:off x="1141413" y="344805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12" name="OVERSIZED MOVEMENT">
            <a:extLst xmlns:a="http://schemas.openxmlformats.org/drawingml/2006/main">
              <a:ext uri="{FF2B5EF4-FFF2-40B4-BE49-F238E27FC236}">
                <a16:creationId xmlns:a16="http://schemas.microsoft.com/office/drawing/2014/main" id="{80AF2A5C-35A8-4DFE-BD7C-A18A9A8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625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OVERSIZED MOVEMENT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A87A975-C4AC-48E5-87B5-19C2ECEB6A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48c8be11c48a5"/>
          <a:stretch xmlns:a="http://schemas.openxmlformats.org/drawingml/2006/main"/>
        </p:blipFill>
        <p:spPr>
          <a:xfrm xmlns:a="http://schemas.openxmlformats.org/drawingml/2006/main">
            <a:off x="4922838" y="3448050"/>
            <a:ext cx="1955800" cy="1466850"/>
          </a:xfrm>
          <a:prstGeom xmlns:a="http://schemas.openxmlformats.org/drawingml/2006/main" prst="rect">
            <a:avLst/>
          </a:prstGeom>
        </p:spPr>
      </p:pic>
      <p:sp>
        <p:nvSpPr>
          <p:cNvPr id="14" name="HEAVY TRANSPORT CONFIGURATION">
            <a:extLst xmlns:a="http://schemas.openxmlformats.org/drawingml/2006/main">
              <a:ext uri="{FF2B5EF4-FFF2-40B4-BE49-F238E27FC236}">
                <a16:creationId xmlns:a16="http://schemas.microsoft.com/office/drawing/2014/main" id="{19BA65FB-D8C6-4148-B959-8C7D806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9625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HEAVY TRANSPORT CONFIGURATION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210D0F3F-80CE-4CA1-8849-83EFB119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86AB3F5A-0FAB-4C66-AA60-FC285AA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A604D668-FFB8-49DB-A70E-9E84274D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10">
            <a:extLst xmlns:a="http://schemas.openxmlformats.org/drawingml/2006/main">
              <a:ext uri="{FF2B5EF4-FFF2-40B4-BE49-F238E27FC236}">
                <a16:creationId xmlns:a16="http://schemas.microsoft.com/office/drawing/2014/main" id="{4FF8E52C-C249-4299-9125-3D2062F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2251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8627336E-0F52-400A-AD5F-FFA49B3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CC247862-3238-4050-998D-8979E34E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7B84B68-7575-4196-8903-C6F3A0D8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9 / SITE ACCESS">
            <a:extLst xmlns:a="http://schemas.openxmlformats.org/drawingml/2006/main">
              <a:ext uri="{FF2B5EF4-FFF2-40B4-BE49-F238E27FC236}">
                <a16:creationId xmlns:a16="http://schemas.microsoft.com/office/drawing/2014/main" id="{4697C106-E223-492F-B008-5A6FCDEA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 / SITE ACCESS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FF0D3ADD-2F0D-4699-BC97-B25661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2781300" cy="494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ACH THE">
            <a:extLst xmlns:a="http://schemas.openxmlformats.org/drawingml/2006/main">
              <a:ext uri="{FF2B5EF4-FFF2-40B4-BE49-F238E27FC236}">
                <a16:creationId xmlns:a16="http://schemas.microsoft.com/office/drawing/2014/main" id="{FC315D04-7BAE-4FC5-95D3-D715E69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03567"/>
            <a:ext cx="1817736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</a:t>
            </a:r>
          </a:p>
        </p:txBody>
      </p:sp>
      <p:sp>
        <p:nvSpPr>
          <p:cNvPr id="7" name="WORKING">
            <a:extLst xmlns:a="http://schemas.openxmlformats.org/drawingml/2006/main">
              <a:ext uri="{FF2B5EF4-FFF2-40B4-BE49-F238E27FC236}">
                <a16:creationId xmlns:a16="http://schemas.microsoft.com/office/drawing/2014/main" id="{C81F66FF-A348-4BF1-8B57-4700EFD8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55992"/>
            <a:ext cx="155504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8" name="AREA.">
            <a:extLst xmlns:a="http://schemas.openxmlformats.org/drawingml/2006/main">
              <a:ext uri="{FF2B5EF4-FFF2-40B4-BE49-F238E27FC236}">
                <a16:creationId xmlns:a16="http://schemas.microsoft.com/office/drawing/2014/main" id="{A256C937-77D7-423C-AC00-9E12A32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08417"/>
            <a:ext cx="1013947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AREA.</a:t>
            </a:r>
          </a:p>
        </p:txBody>
      </p:sp>
      <p:sp>
        <p:nvSpPr>
          <p:cNvPr id="9" name="Design block 8">
            <a:extLst xmlns:a="http://schemas.openxmlformats.org/drawingml/2006/main">
              <a:ext uri="{FF2B5EF4-FFF2-40B4-BE49-F238E27FC236}">
                <a16:creationId xmlns:a16="http://schemas.microsoft.com/office/drawing/2014/main" id="{6D4505E1-BBDA-4614-A862-351267B4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907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cissor lifts and boom lifts support access">
            <a:extLst xmlns:a="http://schemas.openxmlformats.org/drawingml/2006/main">
              <a:ext uri="{FF2B5EF4-FFF2-40B4-BE49-F238E27FC236}">
                <a16:creationId xmlns:a16="http://schemas.microsoft.com/office/drawing/2014/main" id="{A20A4A5F-EDDC-49DB-9594-25C05C57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47950"/>
            <a:ext cx="22955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lifts and boom lifts provide access to elevated working areas, indoors and outdoors.</a:t>
            </a:r>
          </a:p>
        </p:txBody>
      </p:sp>
      <p:sp>
        <p:nvSpPr>
          <p:cNvPr id="11" name="to elevated working areas. These">
            <a:extLst xmlns:a="http://schemas.openxmlformats.org/drawingml/2006/main">
              <a:ext uri="{FF2B5EF4-FFF2-40B4-BE49-F238E27FC236}">
                <a16:creationId xmlns:a16="http://schemas.microsoft.com/office/drawing/2014/main" id="{30FBFCC3-53A9-49E4-BC6C-3593788D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97683"/>
            <a:ext cx="249057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2" name="photographs show equipment in indoor">
            <a:extLst xmlns:a="http://schemas.openxmlformats.org/drawingml/2006/main">
              <a:ext uri="{FF2B5EF4-FFF2-40B4-BE49-F238E27FC236}">
                <a16:creationId xmlns:a16="http://schemas.microsoft.com/office/drawing/2014/main" id="{58265E9A-15C5-46C1-A9F5-BD84327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69133"/>
            <a:ext cx="289116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and outdoor settings.">
            <a:extLst xmlns:a="http://schemas.openxmlformats.org/drawingml/2006/main">
              <a:ext uri="{FF2B5EF4-FFF2-40B4-BE49-F238E27FC236}">
                <a16:creationId xmlns:a16="http://schemas.microsoft.com/office/drawing/2014/main" id="{E3D5ADC7-17C8-4DA5-8D41-FED2609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140583"/>
            <a:ext cx="1627937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1BAEEDE4-9ED4-48AE-8C1D-6018A4426D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d817ecfd4a70"/>
          <a:stretch xmlns:a="http://schemas.openxmlformats.org/drawingml/2006/main"/>
        </p:blipFill>
        <p:spPr>
          <a:xfrm xmlns:a="http://schemas.openxmlformats.org/drawingml/2006/main">
            <a:off x="3057525" y="1301383"/>
            <a:ext cx="2238375" cy="2959835"/>
          </a:xfrm>
          <a:prstGeom xmlns:a="http://schemas.openxmlformats.org/drawingml/2006/main" prst="rect">
            <a:avLst/>
          </a:prstGeom>
        </p:spPr>
      </p:pic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C14E7D93-9522-412E-B870-7F5E870B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14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CISSOR LIFT">
            <a:extLst xmlns:a="http://schemas.openxmlformats.org/drawingml/2006/main">
              <a:ext uri="{FF2B5EF4-FFF2-40B4-BE49-F238E27FC236}">
                <a16:creationId xmlns:a16="http://schemas.microsoft.com/office/drawing/2014/main" id="{A6814C1E-F986-4F6E-8A90-D689E6A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90599"/>
            <a:ext cx="2228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</a:t>
            </a:r>
          </a:p>
        </p:txBody>
      </p:sp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E91694B1-3CF8-40A5-BFDB-B5CD90BB81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3e7a0c92948a3"/>
          <a:stretch xmlns:a="http://schemas.openxmlformats.org/drawingml/2006/main"/>
        </p:blipFill>
        <p:spPr>
          <a:xfrm xmlns:a="http://schemas.openxmlformats.org/drawingml/2006/main">
            <a:off x="5476875" y="1289050"/>
            <a:ext cx="2238375" cy="2984500"/>
          </a:xfrm>
          <a:prstGeom xmlns:a="http://schemas.openxmlformats.org/drawingml/2006/main" prst="rect">
            <a:avLst/>
          </a:prstGeom>
        </p:spPr>
      </p:pic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310A46E7-A582-4323-AE4E-D1AE06D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2238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ARTICULATING BOOM LIFT">
            <a:extLst xmlns:a="http://schemas.openxmlformats.org/drawingml/2006/main">
              <a:ext uri="{FF2B5EF4-FFF2-40B4-BE49-F238E27FC236}">
                <a16:creationId xmlns:a16="http://schemas.microsoft.com/office/drawing/2014/main" id="{733A558D-D2F6-4F36-B385-2F975779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90599"/>
            <a:ext cx="214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ARTICULATING BOOM LIFT</a:t>
            </a:r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F0B1E5D3-7DBC-4A13-AF53-A46BCF44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4FA190B4-2D20-4B72-8641-7B7DE48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 xmlns:a="http://schemas.openxmlformats.org/drawingml/2006/main">
              <a:ext uri="{FF2B5EF4-FFF2-40B4-BE49-F238E27FC236}">
                <a16:creationId xmlns:a16="http://schemas.microsoft.com/office/drawing/2014/main" id="{3E100942-9779-4305-8CC3-F13E2DD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11">
            <a:extLst xmlns:a="http://schemas.openxmlformats.org/drawingml/2006/main">
              <a:ext uri="{FF2B5EF4-FFF2-40B4-BE49-F238E27FC236}">
                <a16:creationId xmlns:a16="http://schemas.microsoft.com/office/drawing/2014/main" id="{DDDCFA0F-180D-4AD7-AE70-BBA9DF57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037873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637B98AB-7F9E-42DA-B6AD-FCF411D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3E2FA937-2C9A-4F27-A549-F001C44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854ECB0-EE76-47B3-B532-B91016C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0 / SITE MACHINERY">
            <a:extLst xmlns:a="http://schemas.openxmlformats.org/drawingml/2006/main">
              <a:ext uri="{FF2B5EF4-FFF2-40B4-BE49-F238E27FC236}">
                <a16:creationId xmlns:a16="http://schemas.microsoft.com/office/drawing/2014/main" id="{A5C1BE06-D6DB-4E48-B610-BB1D3EEA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10 / SITE MACHINERY</a:t>
            </a:r>
          </a:p>
        </p:txBody>
      </p:sp>
      <p:sp>
        <p:nvSpPr>
          <p:cNvPr id="5" name="DIFFERENT TASKS.">
            <a:extLst xmlns:a="http://schemas.openxmlformats.org/drawingml/2006/main">
              <a:ext uri="{FF2B5EF4-FFF2-40B4-BE49-F238E27FC236}">
                <a16:creationId xmlns:a16="http://schemas.microsoft.com/office/drawing/2014/main" id="{943454EA-655C-4FB8-9B4C-B291985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9056"/>
            <a:ext cx="3189852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DIFFERENT TASKS.</a:t>
            </a:r>
          </a:p>
        </p:txBody>
      </p:sp>
      <p:sp>
        <p:nvSpPr>
          <p:cNvPr id="6" name="PRACTICAL EQUIPMENT.">
            <a:extLst xmlns:a="http://schemas.openxmlformats.org/drawingml/2006/main">
              <a:ext uri="{FF2B5EF4-FFF2-40B4-BE49-F238E27FC236}">
                <a16:creationId xmlns:a16="http://schemas.microsoft.com/office/drawing/2014/main" id="{95097FDD-829A-4299-909E-29B2E39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19581"/>
            <a:ext cx="4071426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PRACTICAL EQUIPMENT.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ED10EA9-0027-40F2-BEC4-C63C5BBF7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0ff4b88c74770"/>
          <a:stretch xmlns:a="http://schemas.openxmlformats.org/drawingml/2006/main"/>
        </p:blipFill>
        <p:spPr>
          <a:xfrm xmlns:a="http://schemas.openxmlformats.org/drawingml/2006/main">
            <a:off x="456009" y="1895475"/>
            <a:ext cx="2078831" cy="2771775"/>
          </a:xfrm>
          <a:prstGeom xmlns:a="http://schemas.openxmlformats.org/drawingml/2006/main" prst="rect">
            <a:avLst/>
          </a:prstGeom>
        </p:spPr>
      </p:pic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1E997F0-4524-468E-A5DD-3272FA8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LEHANDLER ON SITE">
            <a:extLst xmlns:a="http://schemas.openxmlformats.org/drawingml/2006/main">
              <a:ext uri="{FF2B5EF4-FFF2-40B4-BE49-F238E27FC236}">
                <a16:creationId xmlns:a16="http://schemas.microsoft.com/office/drawing/2014/main" id="{2A6D1A82-8BF5-42F1-B4DB-09F9F892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297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TELEHANDLER ON SITE</a:t>
            </a:r>
          </a:p>
        </p:txBody>
      </p:sp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D0B26BA-9B4E-4398-A153-3F6E161C4B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e7a9fed7b437c"/>
          <a:stretch xmlns:a="http://schemas.openxmlformats.org/drawingml/2006/main"/>
        </p:blipFill>
        <p:spPr>
          <a:xfrm xmlns:a="http://schemas.openxmlformats.org/drawingml/2006/main">
            <a:off x="2819400" y="2611636"/>
            <a:ext cx="2381250" cy="1339453"/>
          </a:xfrm>
          <a:prstGeom xmlns:a="http://schemas.openxmlformats.org/drawingml/2006/main" prst="rect">
            <a:avLst/>
          </a:prstGeom>
        </p:spPr>
      </p:pic>
      <p:sp>
        <p:nvSpPr>
          <p:cNvPr id="11" name="Design block 10">
            <a:extLst xmlns:a="http://schemas.openxmlformats.org/drawingml/2006/main">
              <a:ext uri="{FF2B5EF4-FFF2-40B4-BE49-F238E27FC236}">
                <a16:creationId xmlns:a16="http://schemas.microsoft.com/office/drawing/2014/main" id="{B2E3E0E6-D779-4CC9-8693-2A5D6427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BACKHOE LOADER">
            <a:extLst xmlns:a="http://schemas.openxmlformats.org/drawingml/2006/main">
              <a:ext uri="{FF2B5EF4-FFF2-40B4-BE49-F238E27FC236}">
                <a16:creationId xmlns:a16="http://schemas.microsoft.com/office/drawing/2014/main" id="{DF920963-C23E-4E41-911C-E86B187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42974"/>
            <a:ext cx="232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BACKHOE LOADER</a:t>
            </a:r>
          </a:p>
        </p:txBody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D647E38F-3D4F-495B-8C25-351862C1E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a77b3a39241be"/>
          <a:stretch xmlns:a="http://schemas.openxmlformats.org/drawingml/2006/main"/>
        </p:blipFill>
        <p:spPr>
          <a:xfrm xmlns:a="http://schemas.openxmlformats.org/drawingml/2006/main">
            <a:off x="5334000" y="2611962"/>
            <a:ext cx="2381250" cy="1338802"/>
          </a:xfrm>
          <a:prstGeom xmlns:a="http://schemas.openxmlformats.org/drawingml/2006/main" prst="rect">
            <a:avLst/>
          </a:prstGeom>
        </p:spPr>
      </p:pic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D47FA2CA-8C4F-44B2-B1E8-05E9A849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LESCOPIC HANDLER">
            <a:extLst xmlns:a="http://schemas.openxmlformats.org/drawingml/2006/main">
              <a:ext uri="{FF2B5EF4-FFF2-40B4-BE49-F238E27FC236}">
                <a16:creationId xmlns:a16="http://schemas.microsoft.com/office/drawing/2014/main" id="{2933E212-4C8A-4AE8-A8FA-FD90AFBF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2974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TELESCOPIC HANDLER</a:t>
            </a:r>
          </a:p>
        </p:txBody>
      </p:sp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FC88EF52-A2B5-473F-8C84-5DFFA94B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DDFF163-E850-4F00-9EE0-5938A83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8" name="Design block 17">
            <a:extLst xmlns:a="http://schemas.openxmlformats.org/drawingml/2006/main">
              <a:ext uri="{FF2B5EF4-FFF2-40B4-BE49-F238E27FC236}">
                <a16:creationId xmlns:a16="http://schemas.microsoft.com/office/drawing/2014/main" id="{1F7EF9D4-0DB8-4002-95D4-254479C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12">
            <a:extLst xmlns:a="http://schemas.openxmlformats.org/drawingml/2006/main">
              <a:ext uri="{FF2B5EF4-FFF2-40B4-BE49-F238E27FC236}">
                <a16:creationId xmlns:a16="http://schemas.microsoft.com/office/drawing/2014/main" id="{0E0F57C9-8C5F-4799-B23E-D0E2E5B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1347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AADF32AE-702A-4B5F-B3B6-3B3CA49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989DDBC8-B509-4902-B89F-831FE357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7EDB7455-22CC-4606-B0CA-5534888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1 / SPECIALIST HANDLING">
            <a:extLst xmlns:a="http://schemas.openxmlformats.org/drawingml/2006/main">
              <a:ext uri="{FF2B5EF4-FFF2-40B4-BE49-F238E27FC236}">
                <a16:creationId xmlns:a16="http://schemas.microsoft.com/office/drawing/2014/main" id="{B2F89386-1C56-4133-9AF8-67ADA69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 / SPECIALIST HANDLING</a:t>
            </a:r>
          </a:p>
        </p:txBody>
      </p:sp>
      <p:sp>
        <p:nvSpPr>
          <p:cNvPr id="5" name="Design block 4">
            <a:extLst xmlns:a="http://schemas.openxmlformats.org/drawingml/2006/main">
              <a:ext uri="{FF2B5EF4-FFF2-40B4-BE49-F238E27FC236}">
                <a16:creationId xmlns:a16="http://schemas.microsoft.com/office/drawing/2014/main" id="{AE7B7C34-54F9-4D94-80E1-D8CBC96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8020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HANDLING WITH PURPOSE.">
            <a:extLst xmlns:a="http://schemas.openxmlformats.org/drawingml/2006/main">
              <a:ext uri="{FF2B5EF4-FFF2-40B4-BE49-F238E27FC236}">
                <a16:creationId xmlns:a16="http://schemas.microsoft.com/office/drawing/2014/main" id="{2B52F687-0284-4126-A85C-07C64901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6513"/>
            <a:ext cx="4227016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PURPOSE.</a:t>
            </a:r>
          </a:p>
        </p:txBody>
      </p:sp>
      <p:sp>
        <p:nvSpPr>
          <p:cNvPr id="7" name="Mobile crane activity and container-handling equipment.">
            <a:extLst xmlns:a="http://schemas.openxmlformats.org/drawingml/2006/main">
              <a:ext uri="{FF2B5EF4-FFF2-40B4-BE49-F238E27FC236}">
                <a16:creationId xmlns:a16="http://schemas.microsoft.com/office/drawing/2014/main" id="{DD5290E1-C793-43E4-8290-0001A9E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581150"/>
            <a:ext cx="739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activity and container-handling equipment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FEB4DD46-1CA3-4849-A5E1-3B152DA63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21fdca9034bc6"/>
          <a:stretch xmlns:a="http://schemas.openxmlformats.org/drawingml/2006/main"/>
        </p:blipFill>
        <p:spPr>
          <a:xfrm xmlns:a="http://schemas.openxmlformats.org/drawingml/2006/main">
            <a:off x="479425" y="2181225"/>
            <a:ext cx="3251200" cy="2438400"/>
          </a:xfrm>
          <a:prstGeom xmlns:a="http://schemas.openxmlformats.org/drawingml/2006/main" prst="rect">
            <a:avLst/>
          </a:prstGeom>
        </p:spPr>
      </p:pic>
      <p:sp>
        <p:nvSpPr>
          <p:cNvPr id="9" name="Design block 8">
            <a:extLst xmlns:a="http://schemas.openxmlformats.org/drawingml/2006/main">
              <a:ext uri="{FF2B5EF4-FFF2-40B4-BE49-F238E27FC236}">
                <a16:creationId xmlns:a16="http://schemas.microsoft.com/office/drawing/2014/main" id="{31A04C0C-350E-4DF8-8BC1-1EC6448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196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MOBILE CRANE &amp; SLUNG LOAD">
            <a:extLst xmlns:a="http://schemas.openxmlformats.org/drawingml/2006/main">
              <a:ext uri="{FF2B5EF4-FFF2-40B4-BE49-F238E27FC236}">
                <a16:creationId xmlns:a16="http://schemas.microsoft.com/office/drawing/2014/main" id="{54F6B8B6-9BA7-4C93-AD77-5016E32B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349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&amp; SLUNG LOAD</a:t>
            </a:r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3E5191B1-6AE2-47A3-AF88-A6D6FEA02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9d963d8ed45a8"/>
          <a:stretch xmlns:a="http://schemas.openxmlformats.org/drawingml/2006/main"/>
        </p:blipFill>
        <p:spPr>
          <a:xfrm xmlns:a="http://schemas.openxmlformats.org/drawingml/2006/main">
            <a:off x="4700397" y="2181225"/>
            <a:ext cx="2372105" cy="2438400"/>
          </a:xfrm>
          <a:prstGeom xmlns:a="http://schemas.openxmlformats.org/drawingml/2006/main" prst="rect">
            <a:avLst/>
          </a:prstGeom>
        </p:spPr>
      </p:pic>
      <p:sp>
        <p:nvSpPr>
          <p:cNvPr id="12" name="Design block 11">
            <a:extLst xmlns:a="http://schemas.openxmlformats.org/drawingml/2006/main">
              <a:ext uri="{FF2B5EF4-FFF2-40B4-BE49-F238E27FC236}">
                <a16:creationId xmlns:a16="http://schemas.microsoft.com/office/drawing/2014/main" id="{E7DA95E9-B3C4-4A83-94AD-78735F9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96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ACH STACKER">
            <a:extLst xmlns:a="http://schemas.openxmlformats.org/drawingml/2006/main">
              <a:ext uri="{FF2B5EF4-FFF2-40B4-BE49-F238E27FC236}">
                <a16:creationId xmlns:a16="http://schemas.microsoft.com/office/drawing/2014/main" id="{AA0AC1CA-E37C-4A66-9C80-6941E8AF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95349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STACKER</a:t>
            </a:r>
          </a:p>
        </p:txBody>
      </p:sp>
      <p:sp>
        <p:nvSpPr>
          <p:cNvPr id="14" name="Design block 13">
            <a:extLst xmlns:a="http://schemas.openxmlformats.org/drawingml/2006/main">
              <a:ext uri="{FF2B5EF4-FFF2-40B4-BE49-F238E27FC236}">
                <a16:creationId xmlns:a16="http://schemas.microsoft.com/office/drawing/2014/main" id="{4CA797D5-880A-44CE-B578-D43B0E55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E8F54280-C202-46DB-AAF8-398F608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6" name="Design block 15">
            <a:extLst xmlns:a="http://schemas.openxmlformats.org/drawingml/2006/main">
              <a:ext uri="{FF2B5EF4-FFF2-40B4-BE49-F238E27FC236}">
                <a16:creationId xmlns:a16="http://schemas.microsoft.com/office/drawing/2014/main" id="{3E562219-05E5-4E1F-8D88-895D170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13">
            <a:extLst xmlns:a="http://schemas.openxmlformats.org/drawingml/2006/main">
              <a:ext uri="{FF2B5EF4-FFF2-40B4-BE49-F238E27FC236}">
                <a16:creationId xmlns:a16="http://schemas.microsoft.com/office/drawing/2014/main" id="{A4C677E9-BCC3-4134-9C6D-EA7DA46B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60923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16FF101F-B18F-4B5D-8C6C-3B9BA10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WASEEM">
            <a:extLst xmlns:a="http://schemas.openxmlformats.org/drawingml/2006/main">
              <a:ext uri="{FF2B5EF4-FFF2-40B4-BE49-F238E27FC236}">
                <a16:creationId xmlns:a16="http://schemas.microsoft.com/office/drawing/2014/main" id="{75D10B12-9210-44F9-A99D-2CE117A1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55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30D196A8-E91F-40A6-97AF-E384C89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5581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2 / PLANNING THE REQUIREMENT">
            <a:extLst xmlns:a="http://schemas.openxmlformats.org/drawingml/2006/main">
              <a:ext uri="{FF2B5EF4-FFF2-40B4-BE49-F238E27FC236}">
                <a16:creationId xmlns:a16="http://schemas.microsoft.com/office/drawing/2014/main" id="{EDC108A3-498F-4FEF-A225-65CCBE2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426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12 / PLANNING THE REQUIREMENT</a:t>
            </a:r>
          </a:p>
        </p:txBody>
      </p:sp>
      <p:sp>
        <p:nvSpPr>
          <p:cNvPr id="5" name="A CLEAR BRIEF.">
            <a:extLst xmlns:a="http://schemas.openxmlformats.org/drawingml/2006/main">
              <a:ext uri="{FF2B5EF4-FFF2-40B4-BE49-F238E27FC236}">
                <a16:creationId xmlns:a16="http://schemas.microsoft.com/office/drawing/2014/main" id="{D315B60E-1D50-45A0-874F-C1680AD6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631"/>
            <a:ext cx="268605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CLEAR BRIEF.</a:t>
            </a:r>
          </a:p>
        </p:txBody>
      </p:sp>
      <p:sp>
        <p:nvSpPr>
          <p:cNvPr id="6" name="A BETTER START.">
            <a:extLst xmlns:a="http://schemas.openxmlformats.org/drawingml/2006/main">
              <a:ext uri="{FF2B5EF4-FFF2-40B4-BE49-F238E27FC236}">
                <a16:creationId xmlns:a16="http://schemas.microsoft.com/office/drawing/2014/main" id="{DDF863D7-EF4C-43BE-9840-CB357BAB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38631"/>
            <a:ext cx="2973846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A BETTER START.</a:t>
            </a:r>
          </a:p>
        </p:txBody>
      </p:sp>
      <p:sp>
        <p:nvSpPr>
          <p:cNvPr id="7" name="Four points to discuss when preparing an equipment enquiry.">
            <a:extLst xmlns:a="http://schemas.openxmlformats.org/drawingml/2006/main">
              <a:ext uri="{FF2B5EF4-FFF2-40B4-BE49-F238E27FC236}">
                <a16:creationId xmlns:a16="http://schemas.microsoft.com/office/drawing/2014/main" id="{F38C495C-461B-4D6B-8142-61CEA420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097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Four points to discuss when preparing an equipment enquiry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05716EBD-580B-43DB-8AE3-DE3F0D80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C3A104D4-A3EF-48A0-AAF0-DBD02BC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HE TASK">
            <a:extLst xmlns:a="http://schemas.openxmlformats.org/drawingml/2006/main">
              <a:ext uri="{FF2B5EF4-FFF2-40B4-BE49-F238E27FC236}">
                <a16:creationId xmlns:a16="http://schemas.microsoft.com/office/drawing/2014/main" id="{7924B510-C003-42FE-8CDE-CE80C7FD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313748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11" name="What needs to be lifted, moved">
            <a:extLst xmlns:a="http://schemas.openxmlformats.org/drawingml/2006/main">
              <a:ext uri="{FF2B5EF4-FFF2-40B4-BE49-F238E27FC236}">
                <a16:creationId xmlns:a16="http://schemas.microsoft.com/office/drawing/2014/main" id="{C580CDBE-6546-49F3-97AF-892B07D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needs to be lifted, moved or accessed?</a:t>
            </a:r>
          </a:p>
        </p:txBody>
      </p:sp>
      <p:sp>
        <p:nvSpPr>
          <p:cNvPr id="12" name="or accessed?">
            <a:extLst xmlns:a="http://schemas.openxmlformats.org/drawingml/2006/main">
              <a:ext uri="{FF2B5EF4-FFF2-40B4-BE49-F238E27FC236}">
                <a16:creationId xmlns:a16="http://schemas.microsoft.com/office/drawing/2014/main" id="{115E6255-C910-477F-9F06-2C5BD19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82949"/>
            <a:ext cx="100585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0A0992A0-46A3-4164-A1B6-7E8E8249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6C7603CA-873D-48BD-8782-3BD5C94C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HE LOAD">
            <a:extLst xmlns:a="http://schemas.openxmlformats.org/drawingml/2006/main">
              <a:ext uri="{FF2B5EF4-FFF2-40B4-BE49-F238E27FC236}">
                <a16:creationId xmlns:a16="http://schemas.microsoft.com/office/drawing/2014/main" id="{C0443155-74C6-4DAA-9803-879ABFB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13748"/>
            <a:ext cx="825461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LOAD</a:t>
            </a:r>
          </a:p>
        </p:txBody>
      </p:sp>
      <p:sp>
        <p:nvSpPr>
          <p:cNvPr id="16" name="What are the dimensions,">
            <a:extLst xmlns:a="http://schemas.openxmlformats.org/drawingml/2006/main">
              <a:ext uri="{FF2B5EF4-FFF2-40B4-BE49-F238E27FC236}">
                <a16:creationId xmlns:a16="http://schemas.microsoft.com/office/drawing/2014/main" id="{8C2EAEEF-D5A9-4D65-BBF7-D5D0E22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What are the dimensions, weight and handling requirements?</a:t>
            </a:r>
          </a:p>
        </p:txBody>
      </p:sp>
      <p:sp>
        <p:nvSpPr>
          <p:cNvPr id="17" name="weight and handling">
            <a:extLst xmlns:a="http://schemas.openxmlformats.org/drawingml/2006/main">
              <a:ext uri="{FF2B5EF4-FFF2-40B4-BE49-F238E27FC236}">
                <a16:creationId xmlns:a16="http://schemas.microsoft.com/office/drawing/2014/main" id="{76F77513-6BC3-4BE9-876E-D79E1BFF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782949"/>
            <a:ext cx="14383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requirements?">
            <a:extLst xmlns:a="http://schemas.openxmlformats.org/drawingml/2006/main">
              <a:ext uri="{FF2B5EF4-FFF2-40B4-BE49-F238E27FC236}">
                <a16:creationId xmlns:a16="http://schemas.microsoft.com/office/drawing/2014/main" id="{97953B7F-21EF-4637-A002-C9662622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40112"/>
            <a:ext cx="107093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231086AF-12C3-4266-9A4E-6D64831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03">
            <a:extLst xmlns:a="http://schemas.openxmlformats.org/drawingml/2006/main">
              <a:ext uri="{FF2B5EF4-FFF2-40B4-BE49-F238E27FC236}">
                <a16:creationId xmlns:a16="http://schemas.microsoft.com/office/drawing/2014/main" id="{3D2FE5AE-CCC7-4FB2-85CC-1E2B8239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HE LOCATION">
            <a:extLst xmlns:a="http://schemas.openxmlformats.org/drawingml/2006/main">
              <a:ext uri="{FF2B5EF4-FFF2-40B4-BE49-F238E27FC236}">
                <a16:creationId xmlns:a16="http://schemas.microsoft.com/office/drawing/2014/main" id="{695C3F07-DDE5-4311-8E5D-1DC00056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13748"/>
            <a:ext cx="1166743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LOCATION</a:t>
            </a:r>
          </a:p>
        </p:txBody>
      </p:sp>
      <p:sp>
        <p:nvSpPr>
          <p:cNvPr id="22" name="What access, space and">
            <a:extLst xmlns:a="http://schemas.openxmlformats.org/drawingml/2006/main">
              <a:ext uri="{FF2B5EF4-FFF2-40B4-BE49-F238E27FC236}">
                <a16:creationId xmlns:a16="http://schemas.microsoft.com/office/drawing/2014/main" id="{E40C79D3-B242-451F-A97D-2ACA5CB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access, space and ground conditions affect the work?</a:t>
            </a:r>
          </a:p>
        </p:txBody>
      </p:sp>
      <p:sp>
        <p:nvSpPr>
          <p:cNvPr id="23" name="ground conditions affect the">
            <a:extLst xmlns:a="http://schemas.openxmlformats.org/drawingml/2006/main">
              <a:ext uri="{FF2B5EF4-FFF2-40B4-BE49-F238E27FC236}">
                <a16:creationId xmlns:a16="http://schemas.microsoft.com/office/drawing/2014/main" id="{B5618151-B41F-486F-946B-7D0395C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82949"/>
            <a:ext cx="193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work?">
            <a:extLst xmlns:a="http://schemas.openxmlformats.org/drawingml/2006/main">
              <a:ext uri="{FF2B5EF4-FFF2-40B4-BE49-F238E27FC236}">
                <a16:creationId xmlns:a16="http://schemas.microsoft.com/office/drawing/2014/main" id="{0398BB36-8815-48DD-83C5-0846897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40112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5" name="Design block 24">
            <a:extLst xmlns:a="http://schemas.openxmlformats.org/drawingml/2006/main">
              <a:ext uri="{FF2B5EF4-FFF2-40B4-BE49-F238E27FC236}">
                <a16:creationId xmlns:a16="http://schemas.microsoft.com/office/drawing/2014/main" id="{3E8CD99A-62BD-4256-BBFD-09E8E42C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71725"/>
            <a:ext cx="1771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04">
            <a:extLst xmlns:a="http://schemas.openxmlformats.org/drawingml/2006/main">
              <a:ext uri="{FF2B5EF4-FFF2-40B4-BE49-F238E27FC236}">
                <a16:creationId xmlns:a16="http://schemas.microsoft.com/office/drawing/2014/main" id="{F7618594-A7E3-4271-9579-60CB0B5D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90419"/>
            <a:ext cx="26476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HE TIMING">
            <a:extLst xmlns:a="http://schemas.openxmlformats.org/drawingml/2006/main">
              <a:ext uri="{FF2B5EF4-FFF2-40B4-BE49-F238E27FC236}">
                <a16:creationId xmlns:a16="http://schemas.microsoft.com/office/drawing/2014/main" id="{2F17F885-CD40-4FE0-8F1D-513E6AD7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13748"/>
            <a:ext cx="920688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TIMING</a:t>
            </a:r>
          </a:p>
        </p:txBody>
      </p:sp>
      <p:sp>
        <p:nvSpPr>
          <p:cNvPr id="28" name="When is the equipment">
            <a:extLst xmlns:a="http://schemas.openxmlformats.org/drawingml/2006/main">
              <a:ext uri="{FF2B5EF4-FFF2-40B4-BE49-F238E27FC236}">
                <a16:creationId xmlns:a16="http://schemas.microsoft.com/office/drawing/2014/main" id="{DAAE88F6-7E21-48DB-B18E-587369E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38550"/>
            <a:ext cx="1504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When is the equipment needed, and for how long?</a:t>
            </a:r>
          </a:p>
        </p:txBody>
      </p:sp>
      <p:sp>
        <p:nvSpPr>
          <p:cNvPr id="29" name="needed, and for how long?">
            <a:extLst xmlns:a="http://schemas.openxmlformats.org/drawingml/2006/main">
              <a:ext uri="{FF2B5EF4-FFF2-40B4-BE49-F238E27FC236}">
                <a16:creationId xmlns:a16="http://schemas.microsoft.com/office/drawing/2014/main" id="{3BF0EBF7-E51E-4333-9330-43956F05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82949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0" name="Design block 29">
            <a:extLst xmlns:a="http://schemas.openxmlformats.org/drawingml/2006/main">
              <a:ext uri="{FF2B5EF4-FFF2-40B4-BE49-F238E27FC236}">
                <a16:creationId xmlns:a16="http://schemas.microsoft.com/office/drawing/2014/main" id="{AC31ED16-3F60-4E96-BBF7-515E8A65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2197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6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5264C91B-8D64-45F8-8F15-6F2E02C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57051"/>
            <a:ext cx="409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32" name="Design block 31">
            <a:extLst xmlns:a="http://schemas.openxmlformats.org/drawingml/2006/main">
              <a:ext uri="{FF2B5EF4-FFF2-40B4-BE49-F238E27FC236}">
                <a16:creationId xmlns:a16="http://schemas.microsoft.com/office/drawing/2014/main" id="{CDA6D468-76F1-42EB-B882-3AC0675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14">
            <a:extLst xmlns:a="http://schemas.openxmlformats.org/drawingml/2006/main">
              <a:ext uri="{FF2B5EF4-FFF2-40B4-BE49-F238E27FC236}">
                <a16:creationId xmlns:a16="http://schemas.microsoft.com/office/drawing/2014/main" id="{68DF350B-5BB8-4746-B5B2-6A215F5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22752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esign block 0">
            <a:extLst xmlns:a="http://schemas.openxmlformats.org/drawingml/2006/main">
              <a:ext uri="{FF2B5EF4-FFF2-40B4-BE49-F238E27FC236}">
                <a16:creationId xmlns:a16="http://schemas.microsoft.com/office/drawing/2014/main" id="{ED59FF38-02CF-43D8-8448-E94682F3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20050" cy="566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85BB40EB-37A7-4DF9-BB67-FBEF93EE9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3dce872da49e1"/>
          <a:stretch xmlns:a="http://schemas.openxmlformats.org/drawingml/2006/main"/>
        </p:blipFill>
        <p:spPr>
          <a:xfrm xmlns:a="http://schemas.openxmlformats.org/drawingml/2006/main">
            <a:off x="368" y="0"/>
            <a:ext cx="3475888" cy="5667375"/>
          </a:xfrm>
          <a:prstGeom xmlns:a="http://schemas.openxmlformats.org/drawingml/2006/main" prst="rect">
            <a:avLst/>
          </a:prstGeom>
        </p:spPr>
      </p:pic>
      <p:sp>
        <p:nvSpPr>
          <p:cNvPr id="3" name="Editable diagonal panel">
            <a:extLst xmlns:a="http://schemas.openxmlformats.org/drawingml/2006/main">
              <a:ext uri="{FF2B5EF4-FFF2-40B4-BE49-F238E27FC236}">
                <a16:creationId xmlns:a16="http://schemas.microsoft.com/office/drawing/2014/main" id="{16A384A2-2475-4F68-ACB8-DF1F208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0"/>
            <a:ext cx="428625" cy="1571625"/>
          </a:xfrm>
          <a:custGeom xmlns:a="http://schemas.openxmlformats.org/drawingml/2006/main">
            <a:rect l="0" t="0" r="0" b="0"/>
            <a:pathLst>
              <a:path w="428625" h="1571625">
                <a:moveTo>
                  <a:pt x="0" y="0"/>
                </a:moveTo>
                <a:lnTo>
                  <a:pt x="428625" y="0"/>
                </a:lnTo>
                <a:lnTo>
                  <a:pt x="0" y="1571625"/>
                </a:lnTo>
                <a:close/>
              </a:path>
            </a:pathLst>
          </a:cu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WASEEM CONSTRUCTION COMPANY">
            <a:extLst xmlns:a="http://schemas.openxmlformats.org/drawingml/2006/main">
              <a:ext uri="{FF2B5EF4-FFF2-40B4-BE49-F238E27FC236}">
                <a16:creationId xmlns:a16="http://schemas.microsoft.com/office/drawing/2014/main" id="{27127B16-9B50-44DA-B7BE-C2B67D6D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6426"/>
            <a:ext cx="3933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5" name="LET'S PLAN">
            <a:extLst xmlns:a="http://schemas.openxmlformats.org/drawingml/2006/main">
              <a:ext uri="{FF2B5EF4-FFF2-40B4-BE49-F238E27FC236}">
                <a16:creationId xmlns:a16="http://schemas.microsoft.com/office/drawing/2014/main" id="{23FD0A4F-D150-40FF-ACA1-F27123D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829628"/>
            <a:ext cx="2026644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LET'S PLAN</a:t>
            </a:r>
          </a:p>
        </p:txBody>
      </p:sp>
      <p:sp>
        <p:nvSpPr>
          <p:cNvPr id="6" name="THE NEXT MOVE.">
            <a:extLst xmlns:a="http://schemas.openxmlformats.org/drawingml/2006/main">
              <a:ext uri="{FF2B5EF4-FFF2-40B4-BE49-F238E27FC236}">
                <a16:creationId xmlns:a16="http://schemas.microsoft.com/office/drawing/2014/main" id="{95FD5612-EF2B-4061-B496-B74B8DC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39203"/>
            <a:ext cx="2910706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THE NEXT MOVE.</a:t>
            </a:r>
          </a:p>
        </p:txBody>
      </p:sp>
      <p:sp>
        <p:nvSpPr>
          <p:cNvPr id="7" name="Send your requirements to our team.">
            <a:extLst xmlns:a="http://schemas.openxmlformats.org/drawingml/2006/main">
              <a:ext uri="{FF2B5EF4-FFF2-40B4-BE49-F238E27FC236}">
                <a16:creationId xmlns:a16="http://schemas.microsoft.com/office/drawing/2014/main" id="{9E6821AB-3084-45B9-82DB-FADBF74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9750"/>
            <a:ext cx="3933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Send your requirements to our team</a:t>
            </a:r>
          </a:p>
        </p:txBody>
      </p:sp>
      <p:sp>
        <p:nvSpPr>
          <p:cNvPr id="8" name="Design block 7">
            <a:extLst xmlns:a="http://schemas.openxmlformats.org/drawingml/2006/main">
              <a:ext uri="{FF2B5EF4-FFF2-40B4-BE49-F238E27FC236}">
                <a16:creationId xmlns:a16="http://schemas.microsoft.com/office/drawing/2014/main" id="{DF1685F5-18B5-48A4-B82D-16C3B90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717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GENERAL ENQUIRIES">
            <a:extLst xmlns:a="http://schemas.openxmlformats.org/drawingml/2006/main">
              <a:ext uri="{FF2B5EF4-FFF2-40B4-BE49-F238E27FC236}">
                <a16:creationId xmlns:a16="http://schemas.microsoft.com/office/drawing/2014/main" id="{FB85AC75-EB65-40FA-9935-15405C1B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62022"/>
            <a:ext cx="167941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GENERAL ENQUIRIES</a:t>
            </a:r>
          </a:p>
        </p:txBody>
      </p:sp>
      <p:sp>
        <p:nvSpPr>
          <p:cNvPr id="10" name="Wasim@wasconarabia.com">
            <a:extLst xmlns:a="http://schemas.openxmlformats.org/drawingml/2006/main">
              <a:ext uri="{FF2B5EF4-FFF2-40B4-BE49-F238E27FC236}">
                <a16:creationId xmlns:a16="http://schemas.microsoft.com/office/drawing/2014/main" id="{2084082F-C70D-4ED8-9B0B-7D985DAD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49855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xmlns:r="http://schemas.openxmlformats.org/officeDocument/2006/relationships" r:id="R7a0fccda915649b1"/>
              </a:rPr>
              <a:t>Wasim@wasconarabia.com</a:t>
            </a:r>
          </a:p>
        </p:txBody>
      </p:sp>
      <p:sp>
        <p:nvSpPr>
          <p:cNvPr id="11" name="SALES ENQUIRIES">
            <a:extLst xmlns:a="http://schemas.openxmlformats.org/drawingml/2006/main">
              <a:ext uri="{FF2B5EF4-FFF2-40B4-BE49-F238E27FC236}">
                <a16:creationId xmlns:a16="http://schemas.microsoft.com/office/drawing/2014/main" id="{72B303F2-F771-4674-9ACB-8A789005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04972"/>
            <a:ext cx="146551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SALES ENQUIRIES</a:t>
            </a:r>
          </a:p>
        </p:txBody>
      </p:sp>
      <p:sp>
        <p:nvSpPr>
          <p:cNvPr id="12" name="Sales@wasconarabia.com">
            <a:extLst xmlns:a="http://schemas.openxmlformats.org/drawingml/2006/main">
              <a:ext uri="{FF2B5EF4-FFF2-40B4-BE49-F238E27FC236}">
                <a16:creationId xmlns:a16="http://schemas.microsoft.com/office/drawing/2014/main" id="{C593DE23-3851-4C5F-8825-0E59187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92805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7F7F3"/>
                </a:solidFill>
                <a:latin typeface="Arial"/>
                <a:ea typeface="Arial"/>
                <a:cs typeface="Arial"/>
                <a:hlinkClick xmlns:r="http://schemas.openxmlformats.org/officeDocument/2006/relationships" r:id="Rc949ecb7c5aa482e"/>
              </a:rPr>
              <a:t>Sales@wasconarabia.com</a:t>
            </a:r>
          </a:p>
        </p:txBody>
      </p:sp>
      <p:sp>
        <p:nvSpPr>
          <p:cNvPr id="13" name="Design block 12">
            <a:extLst xmlns:a="http://schemas.openxmlformats.org/drawingml/2006/main">
              <a:ext uri="{FF2B5EF4-FFF2-40B4-BE49-F238E27FC236}">
                <a16:creationId xmlns:a16="http://schemas.microsoft.com/office/drawing/2014/main" id="{1FD94FC9-B5D9-4743-9B41-19048E5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67175"/>
            <a:ext cx="3933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B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lephone">
            <a:extLst xmlns:a="http://schemas.openxmlformats.org/drawingml/2006/main">
              <a:ext uri="{FF2B5EF4-FFF2-40B4-BE49-F238E27FC236}">
                <a16:creationId xmlns:a16="http://schemas.microsoft.com/office/drawing/2014/main" id="{3C78C6B6-2DC9-42DF-B051-B42B48F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81297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5" name="Design block 14">
            <a:extLst xmlns:a="http://schemas.openxmlformats.org/drawingml/2006/main">
              <a:ext uri="{FF2B5EF4-FFF2-40B4-BE49-F238E27FC236}">
                <a16:creationId xmlns:a16="http://schemas.microsoft.com/office/drawing/2014/main" id="{C593575B-83B9-4F69-BBE3-E2DD6039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7213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ffice address">
            <a:extLst xmlns:a="http://schemas.openxmlformats.org/drawingml/2006/main">
              <a:ext uri="{FF2B5EF4-FFF2-40B4-BE49-F238E27FC236}">
                <a16:creationId xmlns:a16="http://schemas.microsoft.com/office/drawing/2014/main" id="{935138D6-93AD-4F10-899B-F6EC879F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57522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Office address</a:t>
            </a:r>
          </a:p>
        </p:txBody>
      </p:sp>
      <p:sp>
        <p:nvSpPr>
          <p:cNvPr id="17" name="Design block 16">
            <a:extLst xmlns:a="http://schemas.openxmlformats.org/drawingml/2006/main">
              <a:ext uri="{FF2B5EF4-FFF2-40B4-BE49-F238E27FC236}">
                <a16:creationId xmlns:a16="http://schemas.microsoft.com/office/drawing/2014/main" id="{B67889BE-BE5B-476B-A573-C1B1605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43438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gistration no.">
            <a:extLst xmlns:a="http://schemas.openxmlformats.org/drawingml/2006/main">
              <a:ext uri="{FF2B5EF4-FFF2-40B4-BE49-F238E27FC236}">
                <a16:creationId xmlns:a16="http://schemas.microsoft.com/office/drawing/2014/main" id="{AF13A310-788C-401C-8928-F01CA773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833747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Registration no.</a:t>
            </a:r>
          </a:p>
        </p:txBody>
      </p:sp>
      <p:sp>
        <p:nvSpPr>
          <p:cNvPr id="19" name="Design block 18">
            <a:extLst xmlns:a="http://schemas.openxmlformats.org/drawingml/2006/main">
              <a:ext uri="{FF2B5EF4-FFF2-40B4-BE49-F238E27FC236}">
                <a16:creationId xmlns:a16="http://schemas.microsoft.com/office/drawing/2014/main" id="{AAF746B0-75DD-4502-816E-81F80D63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9663"/>
            <a:ext cx="30670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Design block 19">
            <a:extLst xmlns:a="http://schemas.openxmlformats.org/drawingml/2006/main">
              <a:ext uri="{FF2B5EF4-FFF2-40B4-BE49-F238E27FC236}">
                <a16:creationId xmlns:a16="http://schemas.microsoft.com/office/drawing/2014/main" id="{35BF3C7A-9F0E-43EC-9025-8848E402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76850"/>
            <a:ext cx="314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15">
            <a:extLst xmlns:a="http://schemas.openxmlformats.org/drawingml/2006/main">
              <a:ext uri="{FF2B5EF4-FFF2-40B4-BE49-F238E27FC236}">
                <a16:creationId xmlns:a16="http://schemas.microsoft.com/office/drawing/2014/main" id="{64CF547D-5D0E-41A1-9ACB-3A6C317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48097"/>
            <a:ext cx="219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6660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2026-10-25T11:57:01.3670000Z</dcterms:created>
  <dcterms:modified xsi:type="dcterms:W3CDTF">2026-10-25T11:57:01.3670000Z</dcterms:modified>
</coreProperties>
</file>