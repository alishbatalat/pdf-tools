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fbf60df07743cc" /><Relationship Type="http://schemas.openxmlformats.org/officeDocument/2006/relationships/extended-properties" Target="/docProps/app.xml" Id="R2a3fab2c18084b12" /><Relationship Type="http://schemas.openxmlformats.org/officeDocument/2006/relationships/officeDocument" Target="/ppt/presentation.xml" Id="Re9a43015354140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582340c4547e2"/>
  </p:sldMasterIdLst>
  <p:notesMasterIdLst>
    <p:notesMasterId xmlns:r="http://schemas.openxmlformats.org/officeDocument/2006/relationships" r:id="R7183ebe4c70545cf"/>
  </p:notesMasterIdLst>
  <p:sldIdLst>
    <p:sldId xmlns:r="http://schemas.openxmlformats.org/officeDocument/2006/relationships" id="256" r:id="R09fd8d2f56244095"/>
    <p:sldId xmlns:r="http://schemas.openxmlformats.org/officeDocument/2006/relationships" id="257" r:id="R2a3af3e214ea4914"/>
    <p:sldId xmlns:r="http://schemas.openxmlformats.org/officeDocument/2006/relationships" id="258" r:id="Re118f9f8c31d4cc1"/>
    <p:sldId xmlns:r="http://schemas.openxmlformats.org/officeDocument/2006/relationships" id="259" r:id="R5c858aa42546477d"/>
    <p:sldId xmlns:r="http://schemas.openxmlformats.org/officeDocument/2006/relationships" id="260" r:id="Re2947fec55c94ef4"/>
    <p:sldId xmlns:r="http://schemas.openxmlformats.org/officeDocument/2006/relationships" id="261" r:id="R7b2bb4699a7d443d"/>
    <p:sldId xmlns:r="http://schemas.openxmlformats.org/officeDocument/2006/relationships" id="262" r:id="R2263c2bfdd4b4b88"/>
    <p:sldId xmlns:r="http://schemas.openxmlformats.org/officeDocument/2006/relationships" id="263" r:id="R28981f55f31a4f7d"/>
    <p:sldId xmlns:r="http://schemas.openxmlformats.org/officeDocument/2006/relationships" id="264" r:id="R291d15b6d23248b2"/>
    <p:sldId xmlns:r="http://schemas.openxmlformats.org/officeDocument/2006/relationships" id="265" r:id="R44f4da558e274b28"/>
    <p:sldId xmlns:r="http://schemas.openxmlformats.org/officeDocument/2006/relationships" id="266" r:id="R8685b79afc93433f"/>
    <p:sldId xmlns:r="http://schemas.openxmlformats.org/officeDocument/2006/relationships" id="267" r:id="Rf9eeaa8001a94f88"/>
    <p:sldId xmlns:r="http://schemas.openxmlformats.org/officeDocument/2006/relationships" id="268" r:id="Reea29aaaff8443fb"/>
    <p:sldId xmlns:r="http://schemas.openxmlformats.org/officeDocument/2006/relationships" id="269" r:id="Ra23a358c486c46ee"/>
    <p:sldId xmlns:r="http://schemas.openxmlformats.org/officeDocument/2006/relationships" id="270" r:id="R7419677fef3c4dab"/>
  </p:sldIdLst>
  <p:sldSz cx="8020050" cy="5667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bd3b9e03d14b08" /><Relationship Type="http://schemas.openxmlformats.org/officeDocument/2006/relationships/slideMaster" Target="/ppt/slideMasters/slideMaster1.xml" Id="Raa2582340c4547e2" /><Relationship Type="http://schemas.openxmlformats.org/officeDocument/2006/relationships/notesMaster" Target="/ppt/notesMasters/notesMaster1.xml" Id="R7183ebe4c70545cf" /><Relationship Type="http://schemas.openxmlformats.org/officeDocument/2006/relationships/presProps" Target="/ppt/presProps.xml" Id="Rd77319c717854a72" /><Relationship Type="http://schemas.openxmlformats.org/officeDocument/2006/relationships/tableStyles" Target="/ppt/tableStyles.xml" Id="R0009ff9bec864eca" /><Relationship Type="http://schemas.openxmlformats.org/officeDocument/2006/relationships/slide" Target="/ppt/slides/slide1.xml" Id="R09fd8d2f56244095" /><Relationship Type="http://schemas.openxmlformats.org/officeDocument/2006/relationships/slide" Target="/ppt/slides/slide2.xml" Id="R2a3af3e214ea4914" /><Relationship Type="http://schemas.openxmlformats.org/officeDocument/2006/relationships/slide" Target="/ppt/slides/slide3.xml" Id="Re118f9f8c31d4cc1" /><Relationship Type="http://schemas.openxmlformats.org/officeDocument/2006/relationships/slide" Target="/ppt/slides/slide4.xml" Id="R5c858aa42546477d" /><Relationship Type="http://schemas.openxmlformats.org/officeDocument/2006/relationships/slide" Target="/ppt/slides/slide5.xml" Id="Re2947fec55c94ef4" /><Relationship Type="http://schemas.openxmlformats.org/officeDocument/2006/relationships/slide" Target="/ppt/slides/slide6.xml" Id="R7b2bb4699a7d443d" /><Relationship Type="http://schemas.openxmlformats.org/officeDocument/2006/relationships/slide" Target="/ppt/slides/slide7.xml" Id="R2263c2bfdd4b4b88" /><Relationship Type="http://schemas.openxmlformats.org/officeDocument/2006/relationships/slide" Target="/ppt/slides/slide8.xml" Id="R28981f55f31a4f7d" /><Relationship Type="http://schemas.openxmlformats.org/officeDocument/2006/relationships/slide" Target="/ppt/slides/slide9.xml" Id="R291d15b6d23248b2" /><Relationship Type="http://schemas.openxmlformats.org/officeDocument/2006/relationships/slide" Target="/ppt/slides/slide10.xml" Id="R44f4da558e274b28" /><Relationship Type="http://schemas.openxmlformats.org/officeDocument/2006/relationships/slide" Target="/ppt/slides/slide11.xml" Id="R8685b79afc93433f" /><Relationship Type="http://schemas.openxmlformats.org/officeDocument/2006/relationships/slide" Target="/ppt/slides/slide12.xml" Id="Rf9eeaa8001a94f88" /><Relationship Type="http://schemas.openxmlformats.org/officeDocument/2006/relationships/slide" Target="/ppt/slides/slide13.xml" Id="Reea29aaaff8443fb" /><Relationship Type="http://schemas.openxmlformats.org/officeDocument/2006/relationships/slide" Target="/ppt/slides/slide14.xml" Id="Ra23a358c486c46ee" /><Relationship Type="http://schemas.openxmlformats.org/officeDocument/2006/relationships/slide" Target="/ppt/slides/slide15.xml" Id="R7419677fef3c4d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f465b1cdc4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805c1f0da413a" /><Relationship Type="http://schemas.openxmlformats.org/officeDocument/2006/relationships/notesMaster" Target="/ppt/notesMasters/notesMaster1.xml" Id="Red747fa88c3b4c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99c9b53d344604" /><Relationship Type="http://schemas.openxmlformats.org/officeDocument/2006/relationships/notesMaster" Target="/ppt/notesMasters/notesMaster1.xml" Id="Rf25886ef40f54f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c5e63baa164fcc" /><Relationship Type="http://schemas.openxmlformats.org/officeDocument/2006/relationships/notesMaster" Target="/ppt/notesMasters/notesMaster1.xml" Id="R2afbd96ba68e43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c7a6e40a024258" /><Relationship Type="http://schemas.openxmlformats.org/officeDocument/2006/relationships/notesMaster" Target="/ppt/notesMasters/notesMaster1.xml" Id="Rb78cec563718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e5553a5a2742fa" /><Relationship Type="http://schemas.openxmlformats.org/officeDocument/2006/relationships/notesMaster" Target="/ppt/notesMasters/notesMaster1.xml" Id="R03e5e9df94804f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eec35b55464d27" /><Relationship Type="http://schemas.openxmlformats.org/officeDocument/2006/relationships/notesMaster" Target="/ppt/notesMasters/notesMaster1.xml" Id="R27702dadd6f147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db5ac9e8da4251" /><Relationship Type="http://schemas.openxmlformats.org/officeDocument/2006/relationships/notesMaster" Target="/ppt/notesMasters/notesMaster1.xml" Id="Rb6c1c3816b244a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1cd23cb5fd4996" /><Relationship Type="http://schemas.openxmlformats.org/officeDocument/2006/relationships/notesMaster" Target="/ppt/notesMasters/notesMaster1.xml" Id="Raa4fdd2450bb44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9a6697e6c848c5" /><Relationship Type="http://schemas.openxmlformats.org/officeDocument/2006/relationships/notesMaster" Target="/ppt/notesMasters/notesMaster1.xml" Id="Rb4bc80a0df224c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1132eea8074e26" /><Relationship Type="http://schemas.openxmlformats.org/officeDocument/2006/relationships/notesMaster" Target="/ppt/notesMasters/notesMaster1.xml" Id="R79656ee6ac424d6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ab538bfd46427d" /><Relationship Type="http://schemas.openxmlformats.org/officeDocument/2006/relationships/notesMaster" Target="/ppt/notesMasters/notesMaster1.xml" Id="R26561e36520a4c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1248334a8c4ddb" /><Relationship Type="http://schemas.openxmlformats.org/officeDocument/2006/relationships/notesMaster" Target="/ppt/notesMasters/notesMaster1.xml" Id="R868c97910a3c4f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1c3034de564ef0" /><Relationship Type="http://schemas.openxmlformats.org/officeDocument/2006/relationships/notesMaster" Target="/ppt/notesMasters/notesMaster1.xml" Id="Rf9cec91c862645b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b89c1da794d6d" /><Relationship Type="http://schemas.openxmlformats.org/officeDocument/2006/relationships/notesMaster" Target="/ppt/notesMasters/notesMaster1.xml" Id="R3e1e02fca50c4c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d696b500da42a3" /><Relationship Type="http://schemas.openxmlformats.org/officeDocument/2006/relationships/notesMaster" Target="/ppt/notesMasters/notesMaster1.xml" Id="R58a396a4435644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22f58f1ad40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ad017095d47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c420a8ad0b49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814a5fbd849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4cc8d19c45420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ea0dcbe4d4d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1A600-142B-4E39-9837-EB08922F5C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141008"/>
            <a:ext cx="6416040" cy="81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45D8F7-25DD-4698-9A0D-6606833E6D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03008" y="3117056"/>
            <a:ext cx="5614035" cy="629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318A5B-71E1-4297-9185-35F9A8C93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02005" y="2361406"/>
            <a:ext cx="6416040" cy="9445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3370A1-A124-400E-9424-046BEA8871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1065B6-6FE0-4471-91AA-CB495AB0E8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7117794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13B894A-E352-4BE5-BAB4-7A1C94D20D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4F6433-A479-4542-925B-7FE8170F9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CC60B13-FD2D-4474-9F27-9C09BE8F37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260652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D5E864-7F3B-4029-B40E-7AE5FFD84B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1128" y="440796"/>
            <a:ext cx="7117794" cy="69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FF0391-D010-4449-A6E0-783499A71E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1128" y="1574271"/>
            <a:ext cx="3308271" cy="35263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8e87e299194946" /><Relationship Type="http://schemas.openxmlformats.org/officeDocument/2006/relationships/slideLayout" Target="/ppt/slideLayouts/slideLayout1.xml" Id="R2bae3223990b4516" /><Relationship Type="http://schemas.openxmlformats.org/officeDocument/2006/relationships/slideLayout" Target="/ppt/slideLayouts/slideLayout2.xml" Id="R6f3fbe1798e54053" /><Relationship Type="http://schemas.openxmlformats.org/officeDocument/2006/relationships/slideLayout" Target="/ppt/slideLayouts/slideLayout3.xml" Id="R55c1b7a6af844aa7" /><Relationship Type="http://schemas.openxmlformats.org/officeDocument/2006/relationships/slideLayout" Target="/ppt/slideLayouts/slideLayout4.xml" Id="R424775635f7547b5" /><Relationship Type="http://schemas.openxmlformats.org/officeDocument/2006/relationships/slideLayout" Target="/ppt/slideLayouts/slideLayout5.xml" Id="R2cde90fa4211450c" /><Relationship Type="http://schemas.openxmlformats.org/officeDocument/2006/relationships/slideLayout" Target="/ppt/slideLayouts/slideLayout6.xml" Id="R4ee189f71e2b4b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e3223990b4516"/>
    <p:sldLayoutId xmlns:r="http://schemas.openxmlformats.org/officeDocument/2006/relationships" id="2147483650" r:id="R6f3fbe1798e54053"/>
    <p:sldLayoutId xmlns:r="http://schemas.openxmlformats.org/officeDocument/2006/relationships" id="2147483651" r:id="R55c1b7a6af844aa7"/>
    <p:sldLayoutId xmlns:r="http://schemas.openxmlformats.org/officeDocument/2006/relationships" id="2147483652" r:id="R424775635f7547b5"/>
    <p:sldLayoutId xmlns:r="http://schemas.openxmlformats.org/officeDocument/2006/relationships" id="2147483653" r:id="R2cde90fa4211450c"/>
    <p:sldLayoutId xmlns:r="http://schemas.openxmlformats.org/officeDocument/2006/relationships" id="2147483654" r:id="R4ee189f71e2b4b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81810989e04028" /><Relationship Type="http://schemas.openxmlformats.org/officeDocument/2006/relationships/image" Target="/ppt/media/image.png" Id="R34bf80e239244f01" /><Relationship Type="http://schemas.openxmlformats.org/officeDocument/2006/relationships/notesSlide" Target="/ppt/notesSlides/notesSlide1.xml" Id="Re6e87d70ae384c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47dca17a84957" /><Relationship Type="http://schemas.openxmlformats.org/officeDocument/2006/relationships/image" Target="/ppt/media/image2.png" Id="Rfc44b0c8401744d2" /><Relationship Type="http://schemas.openxmlformats.org/officeDocument/2006/relationships/notesSlide" Target="/ppt/notesSlides/notesSlide2.xml" Id="R1b7e09ddfef04e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31ffec66e4149" /><Relationship Type="http://schemas.openxmlformats.org/officeDocument/2006/relationships/image" Target="/ppt/media/image3.png" Id="Rbae2913e43c44d4e" /><Relationship Type="http://schemas.openxmlformats.org/officeDocument/2006/relationships/notesSlide" Target="/ppt/notesSlides/notesSlide3.xml" Id="R92d75a677e604b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e46301acd403f" /><Relationship Type="http://schemas.openxmlformats.org/officeDocument/2006/relationships/image" Target="/ppt/media/image4.png" Id="Rbbe58992f0074cbb" /><Relationship Type="http://schemas.openxmlformats.org/officeDocument/2006/relationships/notesSlide" Target="/ppt/notesSlides/notesSlide4.xml" Id="Rd2d37851f4e94b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fbef141cc4966" /><Relationship Type="http://schemas.openxmlformats.org/officeDocument/2006/relationships/image" Target="/ppt/media/image5.png" Id="R04d5fc9278874b82" /><Relationship Type="http://schemas.openxmlformats.org/officeDocument/2006/relationships/notesSlide" Target="/ppt/notesSlides/notesSlide5.xml" Id="R29d8bd21b9ff4b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4321d926a45f6" /><Relationship Type="http://schemas.openxmlformats.org/officeDocument/2006/relationships/image" Target="/ppt/media/image6.png" Id="R02ce2d81344b4a5f" /><Relationship Type="http://schemas.openxmlformats.org/officeDocument/2006/relationships/notesSlide" Target="/ppt/notesSlides/notesSlide6.xml" Id="R822eeef47ab44d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debf6872734662" /><Relationship Type="http://schemas.openxmlformats.org/officeDocument/2006/relationships/image" Target="/ppt/media/image7.png" Id="Ra506eb574a5e4310" /><Relationship Type="http://schemas.openxmlformats.org/officeDocument/2006/relationships/notesSlide" Target="/ppt/notesSlides/notesSlide7.xml" Id="R28f32c1eabca41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fe481e946495c" /><Relationship Type="http://schemas.openxmlformats.org/officeDocument/2006/relationships/image" Target="/ppt/media/image8.png" Id="Rcc4fd0ba1b0d4f8b" /><Relationship Type="http://schemas.openxmlformats.org/officeDocument/2006/relationships/notesSlide" Target="/ppt/notesSlides/notesSlide8.xml" Id="Rc44dd5cc7e3143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5fcd872a04ee1" /><Relationship Type="http://schemas.openxmlformats.org/officeDocument/2006/relationships/image" Target="/ppt/media/image9.png" Id="Rcda0f442a07e4f88" /><Relationship Type="http://schemas.openxmlformats.org/officeDocument/2006/relationships/notesSlide" Target="/ppt/notesSlides/notesSlide9.xml" Id="Rac72b2614e424f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d4607ec99432c" /><Relationship Type="http://schemas.openxmlformats.org/officeDocument/2006/relationships/image" Target="/ppt/media/image10.png" Id="R12cc529bd9104d42" /><Relationship Type="http://schemas.openxmlformats.org/officeDocument/2006/relationships/notesSlide" Target="/ppt/notesSlides/notesSlide10.xml" Id="R3e89ca53a0a548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d95a9a565c40b4" /><Relationship Type="http://schemas.openxmlformats.org/officeDocument/2006/relationships/image" Target="/ppt/media/image11.png" Id="R4a6beee35e654267" /><Relationship Type="http://schemas.openxmlformats.org/officeDocument/2006/relationships/notesSlide" Target="/ppt/notesSlides/notesSlide11.xml" Id="R8a72b188e90247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868e3d5d964260" /><Relationship Type="http://schemas.openxmlformats.org/officeDocument/2006/relationships/image" Target="/ppt/media/image12.png" Id="R4d131fcac0df4fba" /><Relationship Type="http://schemas.openxmlformats.org/officeDocument/2006/relationships/notesSlide" Target="/ppt/notesSlides/notesSlide12.xml" Id="R50ca792fd6c643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ad1cecdfb34fb8" /><Relationship Type="http://schemas.openxmlformats.org/officeDocument/2006/relationships/image" Target="/ppt/media/image13.png" Id="R8b4f483f238e4daf" /><Relationship Type="http://schemas.openxmlformats.org/officeDocument/2006/relationships/notesSlide" Target="/ppt/notesSlides/notesSlide13.xml" Id="Rf92fad6012814b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b7951debc4c09" /><Relationship Type="http://schemas.openxmlformats.org/officeDocument/2006/relationships/image" Target="/ppt/media/image14.png" Id="R6f301a6bcb014cb6" /><Relationship Type="http://schemas.openxmlformats.org/officeDocument/2006/relationships/notesSlide" Target="/ppt/notesSlides/notesSlide14.xml" Id="Rb373381a521949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3ef1cb31b64e35" /><Relationship Type="http://schemas.openxmlformats.org/officeDocument/2006/relationships/image" Target="/ppt/media/image15.png" Id="R3677b2c749004285" /><Relationship Type="http://schemas.openxmlformats.org/officeDocument/2006/relationships/notesSlide" Target="/ppt/notesSlides/notesSlide15.xml" Id="R2678d90750a647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5AE5C5-DF3F-436F-AA2B-8F903A2599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f80e239244f01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8655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041A2-31E3-4A20-B62D-9C4E1E158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4b0c8401744d2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9859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D10B-7AB2-4E01-8876-D1462DB09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2913e43c44d4e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456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CC315-A092-45F9-8395-1273849F19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58992f0074cbb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079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0DC59-1A2A-460F-9968-3704883F9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5fc9278874b82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24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DDEFD-4627-4A15-A01B-55E61E9DC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e2d81344b4a5f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001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BC10B-2A7F-4921-864F-F55370C9C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6eb574a5e4310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320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57DAE-56B5-4229-8D4E-8F46A2B39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fd0ba1b0d4f8b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773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EF3E4-C8A4-41A3-B47D-52F7E1E0D6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0f442a07e4f88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0385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8089BE-40E5-4326-B54E-B05F28BD4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c529bd9104d42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5764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B29E8-8961-4421-B50E-BA2316758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beee35e654267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942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16B55-1385-4ADC-BFA0-EA940BF59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31fcac0df4fba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140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D0216-050D-4B7D-94A9-396B55124E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f483f238e4daf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0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D0CDF-BD33-4A50-AE9A-9359F0C81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01a6bcb014cb6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0166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8DAD62-9882-436D-A7E0-9A07AC6D7D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7b2c749004285"/>
          <a:stretch xmlns:a="http://schemas.openxmlformats.org/drawingml/2006/main"/>
        </p:blipFill>
        <p:spPr>
          <a:xfrm xmlns:a="http://schemas.openxmlformats.org/drawingml/2006/main">
            <a:off x="1347" y="0"/>
            <a:ext cx="8017355" cy="566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38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2026-10-25T12:33:06.6500000Z</dcterms:created>
  <dcterms:modified xsi:type="dcterms:W3CDTF">2026-10-25T12:33:06.6510000Z</dcterms:modified>
</coreProperties>
</file>